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5"/>
  </p:notesMasterIdLst>
  <p:sldIdLst>
    <p:sldId id="817" r:id="rId3"/>
    <p:sldId id="818" r:id="rId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B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136" autoAdjust="0"/>
  </p:normalViewPr>
  <p:slideViewPr>
    <p:cSldViewPr snapToGrid="0">
      <p:cViewPr varScale="1">
        <p:scale>
          <a:sx n="77" d="100"/>
          <a:sy n="77" d="100"/>
        </p:scale>
        <p:origin x="18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70FA6-EB76-42F0-9579-8D5D8CB099D1}" type="datetimeFigureOut">
              <a:rPr lang="zh-TW" altLang="en-US" smtClean="0"/>
              <a:t>2025/8/27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9FF25-4E27-4838-84C3-1A5842F96C8A}" type="slidenum">
              <a:rPr lang="zh-TW" altLang="en-US" smtClean="0"/>
              <a:t>‹#›</a:t>
            </a:fld>
            <a:endParaRPr lang="zh-TW" altLang="en-US"/>
          </a:p>
        </p:txBody>
      </p:sp>
    </p:spTree>
    <p:extLst>
      <p:ext uri="{BB962C8B-B14F-4D97-AF65-F5344CB8AC3E}">
        <p14:creationId xmlns:p14="http://schemas.microsoft.com/office/powerpoint/2010/main" val="1228872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這張投影片整理了 </a:t>
            </a:r>
            <a:r>
              <a:rPr lang="zh-TW" altLang="en-US" b="1" dirty="0"/>
              <a:t>常用的 </a:t>
            </a:r>
            <a:r>
              <a:rPr lang="en-US" altLang="zh-TW" b="1" dirty="0"/>
              <a:t>AI </a:t>
            </a:r>
            <a:r>
              <a:rPr lang="zh-TW" altLang="en-US" b="1" dirty="0"/>
              <a:t>工具及其功能</a:t>
            </a:r>
            <a:r>
              <a:rPr lang="zh-TW" altLang="en-US" dirty="0"/>
              <a:t>，幫助大家快速掌握應用場景。</a:t>
            </a:r>
          </a:p>
          <a:p>
            <a:r>
              <a:rPr lang="zh-TW" altLang="en-US" dirty="0"/>
              <a:t>首先，</a:t>
            </a:r>
            <a:r>
              <a:rPr lang="en-US" altLang="zh-TW" b="1" dirty="0"/>
              <a:t>ChatGPT</a:t>
            </a:r>
            <a:r>
              <a:rPr lang="zh-TW" altLang="en-US" b="1" dirty="0"/>
              <a:t>、</a:t>
            </a:r>
            <a:r>
              <a:rPr lang="en-US" altLang="zh-TW" b="1" dirty="0"/>
              <a:t>Gemini</a:t>
            </a:r>
            <a:r>
              <a:rPr lang="zh-TW" altLang="en-US" b="1" dirty="0"/>
              <a:t>、</a:t>
            </a:r>
            <a:r>
              <a:rPr lang="en-US" altLang="zh-TW" b="1" dirty="0"/>
              <a:t>Grok</a:t>
            </a:r>
            <a:r>
              <a:rPr lang="zh-TW" altLang="en-US" dirty="0"/>
              <a:t>，這些是目前最廣泛使用的 </a:t>
            </a:r>
            <a:r>
              <a:rPr lang="en-US" altLang="zh-TW" dirty="0"/>
              <a:t>AI </a:t>
            </a:r>
            <a:r>
              <a:rPr lang="zh-TW" altLang="en-US" dirty="0"/>
              <a:t>助理。它們可以生成研究報告、簡報大綱，甚至生成圖片，或進行圖片文字辨識。</a:t>
            </a:r>
          </a:p>
          <a:p>
            <a:r>
              <a:rPr lang="zh-TW" altLang="en-US" dirty="0"/>
              <a:t>第二個工具是 </a:t>
            </a:r>
            <a:r>
              <a:rPr lang="en-US" altLang="zh-TW" b="1" dirty="0"/>
              <a:t>Perplexity</a:t>
            </a:r>
            <a:r>
              <a:rPr lang="zh-TW" altLang="en-US" dirty="0"/>
              <a:t>。它的特色是能快速搜尋市場資料與競品資訊，適合做資訊檢索與資料蒐集。</a:t>
            </a:r>
          </a:p>
          <a:p>
            <a:r>
              <a:rPr lang="zh-TW" altLang="en-US" dirty="0"/>
              <a:t>第三個是 </a:t>
            </a:r>
            <a:r>
              <a:rPr lang="en-US" altLang="zh-TW" b="1" dirty="0" err="1"/>
              <a:t>NotebookLM</a:t>
            </a:r>
            <a:r>
              <a:rPr lang="zh-TW" altLang="en-US" dirty="0"/>
              <a:t>。這個工具能上傳大量文件，幫你生成摘要，甚至整理語音會議紀錄的重點，非常適合知識管理與內部文件應用。</a:t>
            </a:r>
          </a:p>
          <a:p>
            <a:r>
              <a:rPr lang="zh-TW" altLang="en-US" dirty="0"/>
              <a:t>第四個是 </a:t>
            </a:r>
            <a:r>
              <a:rPr lang="en-US" altLang="zh-TW" b="1" dirty="0"/>
              <a:t>Napkin AI</a:t>
            </a:r>
            <a:r>
              <a:rPr lang="zh-TW" altLang="en-US" dirty="0"/>
              <a:t>。它可以把文字內容轉換成視覺化的圖表，幫助我們更直觀地呈現數據或想法。</a:t>
            </a:r>
          </a:p>
          <a:p>
            <a:r>
              <a:rPr lang="zh-TW" altLang="en-US" dirty="0"/>
              <a:t>最後，</a:t>
            </a:r>
            <a:r>
              <a:rPr lang="en-US" altLang="zh-TW" b="1" dirty="0"/>
              <a:t>Gamma</a:t>
            </a:r>
            <a:r>
              <a:rPr lang="zh-TW" altLang="en-US" b="1" dirty="0"/>
              <a:t>、</a:t>
            </a:r>
            <a:r>
              <a:rPr lang="en-US" altLang="zh-TW" b="1" dirty="0"/>
              <a:t>Kimi</a:t>
            </a:r>
            <a:r>
              <a:rPr lang="zh-TW" altLang="en-US" b="1" dirty="0"/>
              <a:t>、</a:t>
            </a:r>
            <a:r>
              <a:rPr lang="en-US" altLang="zh-TW" b="1" dirty="0" err="1"/>
              <a:t>Felo</a:t>
            </a:r>
            <a:r>
              <a:rPr lang="zh-TW" altLang="en-US" dirty="0"/>
              <a:t> 這些工具則專注於簡報自動生成，可以節省我們做投影片的時間。</a:t>
            </a:r>
          </a:p>
          <a:p>
            <a:r>
              <a:rPr lang="zh-TW" altLang="en-US" dirty="0"/>
              <a:t>總結來說，這些 </a:t>
            </a:r>
            <a:r>
              <a:rPr lang="en-US" altLang="zh-TW" dirty="0"/>
              <a:t>AI </a:t>
            </a:r>
            <a:r>
              <a:rPr lang="zh-TW" altLang="en-US" dirty="0"/>
              <a:t>工具各自有不同的強項，從文件處理、數據蒐集，到視覺化與簡報製作，都能幫助我們提升效率。</a:t>
            </a:r>
          </a:p>
          <a:p>
            <a:endParaRPr lang="zh-TW" altLang="en-US" dirty="0"/>
          </a:p>
        </p:txBody>
      </p:sp>
      <p:sp>
        <p:nvSpPr>
          <p:cNvPr id="4" name="投影片編號版面配置區 3"/>
          <p:cNvSpPr>
            <a:spLocks noGrp="1"/>
          </p:cNvSpPr>
          <p:nvPr>
            <p:ph type="sldNum" sz="quarter" idx="5"/>
          </p:nvPr>
        </p:nvSpPr>
        <p:spPr/>
        <p:txBody>
          <a:bodyPr/>
          <a:lstStyle/>
          <a:p>
            <a:fld id="{5349FF25-4E27-4838-84C3-1A5842F96C8A}" type="slidenum">
              <a:rPr lang="zh-TW" altLang="en-US" smtClean="0"/>
              <a:t>1</a:t>
            </a:fld>
            <a:endParaRPr lang="zh-TW" altLang="en-US"/>
          </a:p>
        </p:txBody>
      </p:sp>
    </p:spTree>
    <p:extLst>
      <p:ext uri="{BB962C8B-B14F-4D97-AF65-F5344CB8AC3E}">
        <p14:creationId xmlns:p14="http://schemas.microsoft.com/office/powerpoint/2010/main" val="42119668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This slide summarizes common AI tools and their functions to help you quickly grasp their application scenarios.</a:t>
            </a:r>
          </a:p>
          <a:p>
            <a:endParaRPr lang="en-US" altLang="zh-TW" dirty="0"/>
          </a:p>
          <a:p>
            <a:r>
              <a:rPr lang="en-US" altLang="zh-TW" dirty="0"/>
              <a:t>First, ChatGPT, Gemini, and Grok are currently the most widely used AI assistants. They can generate research reports, presentation outlines, and even generate images or perform image text recognition.</a:t>
            </a:r>
          </a:p>
          <a:p>
            <a:endParaRPr lang="en-US" altLang="zh-TW" dirty="0"/>
          </a:p>
          <a:p>
            <a:r>
              <a:rPr lang="en-US" altLang="zh-TW" dirty="0"/>
              <a:t>The second tool is Perplexity. Its unique feature is its ability to quickly search for market data and competitive information, making it suitable for information retrieval and data collection.</a:t>
            </a:r>
          </a:p>
          <a:p>
            <a:endParaRPr lang="en-US" altLang="zh-TW" dirty="0"/>
          </a:p>
          <a:p>
            <a:r>
              <a:rPr lang="en-US" altLang="zh-TW" dirty="0"/>
              <a:t>Third, </a:t>
            </a:r>
            <a:r>
              <a:rPr lang="en-US" altLang="zh-TW" dirty="0" err="1"/>
              <a:t>NotebookLM</a:t>
            </a:r>
            <a:r>
              <a:rPr lang="en-US" altLang="zh-TW" dirty="0"/>
              <a:t>. This tool can upload large files and help you generate summaries and even organize the key points of audio conference recordings, making it ideal for knowledge management and internal document management.</a:t>
            </a:r>
          </a:p>
          <a:p>
            <a:endParaRPr lang="en-US" altLang="zh-TW" dirty="0"/>
          </a:p>
          <a:p>
            <a:r>
              <a:rPr lang="en-US" altLang="zh-TW" dirty="0"/>
              <a:t>Fourth, Napkin AI converts text into visual charts, helping us present data or ideas more intuitively.</a:t>
            </a:r>
          </a:p>
          <a:p>
            <a:endParaRPr lang="en-US" altLang="zh-TW" dirty="0"/>
          </a:p>
          <a:p>
            <a:r>
              <a:rPr lang="en-US" altLang="zh-TW" dirty="0"/>
              <a:t>Finally, tools like Gamma, Kimi, and </a:t>
            </a:r>
            <a:r>
              <a:rPr lang="en-US" altLang="zh-TW" dirty="0" err="1"/>
              <a:t>Felo</a:t>
            </a:r>
            <a:r>
              <a:rPr lang="en-US" altLang="zh-TW" dirty="0"/>
              <a:t> focus on automated presentation generation, saving time when creating slides.</a:t>
            </a:r>
          </a:p>
          <a:p>
            <a:endParaRPr lang="en-US" altLang="zh-TW" dirty="0"/>
          </a:p>
          <a:p>
            <a:r>
              <a:rPr lang="en-US" altLang="zh-TW" dirty="0"/>
              <a:t>In summary, these AI tools each have different strengths, helping us improve efficiency in everything from file processing and data collection to visualization and presentation creation.</a:t>
            </a:r>
            <a:endParaRPr lang="zh-TW" altLang="en-US" dirty="0"/>
          </a:p>
        </p:txBody>
      </p:sp>
      <p:sp>
        <p:nvSpPr>
          <p:cNvPr id="4" name="投影片編號版面配置區 3"/>
          <p:cNvSpPr>
            <a:spLocks noGrp="1"/>
          </p:cNvSpPr>
          <p:nvPr>
            <p:ph type="sldNum" sz="quarter" idx="5"/>
          </p:nvPr>
        </p:nvSpPr>
        <p:spPr/>
        <p:txBody>
          <a:bodyPr/>
          <a:lstStyle/>
          <a:p>
            <a:fld id="{5349FF25-4E27-4838-84C3-1A5842F96C8A}" type="slidenum">
              <a:rPr lang="zh-TW" altLang="en-US" smtClean="0"/>
              <a:t>2</a:t>
            </a:fld>
            <a:endParaRPr lang="zh-TW" altLang="en-US"/>
          </a:p>
        </p:txBody>
      </p:sp>
    </p:spTree>
    <p:extLst>
      <p:ext uri="{BB962C8B-B14F-4D97-AF65-F5344CB8AC3E}">
        <p14:creationId xmlns:p14="http://schemas.microsoft.com/office/powerpoint/2010/main" val="285325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7" name="Picture 6" descr="Cover.png"/>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609600" y="533400"/>
            <a:ext cx="5892800" cy="3219450"/>
          </a:xfrm>
        </p:spPr>
        <p:txBody>
          <a:bodyPr anchor="b">
            <a:noAutofit/>
          </a:bodyPr>
          <a:lstStyle>
            <a:lvl1pPr>
              <a:defRPr sz="3600" b="1" i="0" spc="-75" baseline="0">
                <a:solidFill>
                  <a:schemeClr val="bg1"/>
                </a:solidFill>
                <a:latin typeface="+mj-ea"/>
                <a:ea typeface="+mj-ea"/>
              </a:defRPr>
            </a:lvl1pPr>
          </a:lstStyle>
          <a:p>
            <a:r>
              <a:rPr lang="en-US" dirty="0"/>
              <a:t>Click to edit  the title of this presentation</a:t>
            </a:r>
          </a:p>
        </p:txBody>
      </p:sp>
      <p:sp>
        <p:nvSpPr>
          <p:cNvPr id="3" name="Subtitle 2"/>
          <p:cNvSpPr>
            <a:spLocks noGrp="1"/>
          </p:cNvSpPr>
          <p:nvPr>
            <p:ph type="subTitle" idx="1" hasCustomPrompt="1"/>
          </p:nvPr>
        </p:nvSpPr>
        <p:spPr>
          <a:xfrm>
            <a:off x="609600" y="3829050"/>
            <a:ext cx="5892800" cy="1752600"/>
          </a:xfrm>
        </p:spPr>
        <p:txBody>
          <a:bodyPr anchor="t">
            <a:normAutofit/>
          </a:bodyPr>
          <a:lstStyle>
            <a:lvl1pPr marL="0" indent="0" algn="l">
              <a:lnSpc>
                <a:spcPct val="110000"/>
              </a:lnSpc>
              <a:buNone/>
              <a:defRPr sz="1350" baseline="0">
                <a:solidFill>
                  <a:srgbClr val="FFFFFF"/>
                </a:solidFill>
                <a:latin typeface="+mn-ea"/>
                <a:ea typeface="+mn-ea"/>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subtitle, presenter or date</a:t>
            </a:r>
          </a:p>
        </p:txBody>
      </p:sp>
      <p:sp>
        <p:nvSpPr>
          <p:cNvPr id="6" name="Slide Number Placeholder 5"/>
          <p:cNvSpPr>
            <a:spLocks noGrp="1"/>
          </p:cNvSpPr>
          <p:nvPr>
            <p:ph type="sldNum" sz="quarter" idx="12"/>
          </p:nvPr>
        </p:nvSpPr>
        <p:spPr/>
        <p:txBody>
          <a:bodyPr/>
          <a:lstStyle/>
          <a:p>
            <a:fld id="{4C84CB74-A55E-7147-8750-455ACB87678C}" type="slidenum">
              <a:rPr lang="en-US" smtClean="0"/>
              <a:pPr/>
              <a:t>‹#›</a:t>
            </a:fld>
            <a:endParaRPr lang="en-US"/>
          </a:p>
        </p:txBody>
      </p:sp>
    </p:spTree>
    <p:extLst>
      <p:ext uri="{BB962C8B-B14F-4D97-AF65-F5344CB8AC3E}">
        <p14:creationId xmlns:p14="http://schemas.microsoft.com/office/powerpoint/2010/main" val="38612331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含標題的內容">
    <p:bg>
      <p:bgPr>
        <a:solidFill>
          <a:schemeClr val="bg1"/>
        </a:solidFill>
        <a:effectLst/>
      </p:bgPr>
    </p:bg>
    <p:spTree>
      <p:nvGrpSpPr>
        <p:cNvPr id="1" name=""/>
        <p:cNvGrpSpPr/>
        <p:nvPr/>
      </p:nvGrpSpPr>
      <p:grpSpPr>
        <a:xfrm>
          <a:off x="0" y="0"/>
          <a:ext cx="0" cy="0"/>
          <a:chOff x="0" y="0"/>
          <a:chExt cx="0" cy="0"/>
        </a:xfrm>
      </p:grpSpPr>
      <p:pic>
        <p:nvPicPr>
          <p:cNvPr id="8" name="Picture 7" descr="Shape_Left-short.png"/>
          <p:cNvPicPr>
            <a:picLocks noChangeAspect="1"/>
          </p:cNvPicPr>
          <p:nvPr/>
        </p:nvPicPr>
        <p:blipFill>
          <a:blip r:embed="rId2"/>
          <a:stretch>
            <a:fillRect/>
          </a:stretch>
        </p:blipFill>
        <p:spPr>
          <a:xfrm>
            <a:off x="2" y="0"/>
            <a:ext cx="4548188" cy="6858000"/>
          </a:xfrm>
          <a:prstGeom prst="rect">
            <a:avLst/>
          </a:prstGeom>
        </p:spPr>
      </p:pic>
      <p:sp>
        <p:nvSpPr>
          <p:cNvPr id="2" name="Title 1"/>
          <p:cNvSpPr>
            <a:spLocks noGrp="1"/>
          </p:cNvSpPr>
          <p:nvPr>
            <p:ph type="title" hasCustomPrompt="1"/>
          </p:nvPr>
        </p:nvSpPr>
        <p:spPr>
          <a:xfrm>
            <a:off x="406401" y="1143003"/>
            <a:ext cx="4141787" cy="4552949"/>
          </a:xfrm>
        </p:spPr>
        <p:txBody>
          <a:bodyPr anchor="ctr">
            <a:normAutofit/>
          </a:bodyPr>
          <a:lstStyle>
            <a:lvl1pPr algn="l">
              <a:defRPr sz="2100" b="1" i="0" spc="0">
                <a:solidFill>
                  <a:schemeClr val="bg1"/>
                </a:solidFill>
              </a:defRPr>
            </a:lvl1pPr>
          </a:lstStyle>
          <a:p>
            <a:r>
              <a:rPr lang="en-US" dirty="0"/>
              <a:t>Agenda</a:t>
            </a:r>
          </a:p>
        </p:txBody>
      </p:sp>
      <p:sp>
        <p:nvSpPr>
          <p:cNvPr id="3" name="Content Placeholder 2"/>
          <p:cNvSpPr>
            <a:spLocks noGrp="1"/>
          </p:cNvSpPr>
          <p:nvPr>
            <p:ph idx="1" hasCustomPrompt="1"/>
          </p:nvPr>
        </p:nvSpPr>
        <p:spPr>
          <a:xfrm>
            <a:off x="4978402" y="762000"/>
            <a:ext cx="5738284" cy="5334000"/>
          </a:xfrm>
        </p:spPr>
        <p:txBody>
          <a:bodyPr anchor="ctr">
            <a:normAutofit/>
          </a:bodyPr>
          <a:lstStyle>
            <a:lvl1pPr marL="135000" indent="-135000">
              <a:lnSpc>
                <a:spcPct val="130000"/>
              </a:lnSpc>
              <a:buFont typeface="Arial"/>
              <a:buChar char="•"/>
              <a:defRPr sz="1350" b="0" i="0" baseline="0">
                <a:latin typeface="+mn-ea"/>
                <a:ea typeface="+mn-ea"/>
              </a:defRPr>
            </a:lvl1pPr>
            <a:lvl2pPr marL="270000" indent="-135000">
              <a:lnSpc>
                <a:spcPct val="130000"/>
              </a:lnSpc>
              <a:buFont typeface="Arial"/>
              <a:buChar char="•"/>
              <a:defRPr sz="1350" b="0" i="0">
                <a:latin typeface="+mn-ea"/>
                <a:ea typeface="+mn-ea"/>
              </a:defRPr>
            </a:lvl2pPr>
            <a:lvl3pPr marL="675000" indent="-135000">
              <a:defRPr sz="1350"/>
            </a:lvl3pPr>
            <a:lvl4pPr marL="945000" indent="-162000">
              <a:defRPr sz="1350"/>
            </a:lvl4pPr>
            <a:lvl5pPr marL="1215000" indent="-135000">
              <a:defRPr sz="1350"/>
            </a:lvl5pPr>
            <a:lvl6pPr>
              <a:defRPr sz="1500"/>
            </a:lvl6pPr>
            <a:lvl7pPr>
              <a:defRPr sz="1500"/>
            </a:lvl7pPr>
            <a:lvl8pPr>
              <a:defRPr sz="1500"/>
            </a:lvl8pPr>
            <a:lvl9pPr>
              <a:defRPr sz="1500"/>
            </a:lvl9pPr>
          </a:lstStyle>
          <a:p>
            <a:pPr lvl="0"/>
            <a:r>
              <a:rPr lang="en-US" dirty="0"/>
              <a:t>Topic One</a:t>
            </a:r>
          </a:p>
          <a:p>
            <a:pPr lvl="1"/>
            <a:r>
              <a:rPr lang="en-US" dirty="0"/>
              <a:t>Sub-topic</a:t>
            </a:r>
          </a:p>
        </p:txBody>
      </p:sp>
      <p:sp>
        <p:nvSpPr>
          <p:cNvPr id="6" name="Footer Placeholder 5"/>
          <p:cNvSpPr>
            <a:spLocks noGrp="1"/>
          </p:cNvSpPr>
          <p:nvPr>
            <p:ph type="ftr" sz="quarter" idx="11"/>
          </p:nvPr>
        </p:nvSpPr>
        <p:spPr/>
        <p:txBody>
          <a:bodyPr/>
          <a:lstStyle/>
          <a:p>
            <a:r>
              <a:rPr lang="en-US"/>
              <a:t>CTCI PowerPoint Master Deck</a:t>
            </a:r>
          </a:p>
        </p:txBody>
      </p:sp>
      <p:sp>
        <p:nvSpPr>
          <p:cNvPr id="7" name="Slide Number Placeholder 6"/>
          <p:cNvSpPr>
            <a:spLocks noGrp="1"/>
          </p:cNvSpPr>
          <p:nvPr>
            <p:ph type="sldNum" sz="quarter" idx="12"/>
          </p:nvPr>
        </p:nvSpPr>
        <p:spPr/>
        <p:txBody>
          <a:bodyPr/>
          <a:lstStyle/>
          <a:p>
            <a:fld id="{4C84CB74-A55E-7147-8750-455ACB87678C}" type="slidenum">
              <a:rPr lang="en-US" smtClean="0"/>
              <a:pPr/>
              <a:t>‹#›</a:t>
            </a:fld>
            <a:endParaRPr lang="en-US"/>
          </a:p>
        </p:txBody>
      </p:sp>
    </p:spTree>
    <p:extLst>
      <p:ext uri="{BB962C8B-B14F-4D97-AF65-F5344CB8AC3E}">
        <p14:creationId xmlns:p14="http://schemas.microsoft.com/office/powerpoint/2010/main" val="292578922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bg>
      <p:bgPr>
        <a:solidFill>
          <a:schemeClr val="bg1"/>
        </a:solidFill>
        <a:effectLst/>
      </p:bgPr>
    </p:bg>
    <p:spTree>
      <p:nvGrpSpPr>
        <p:cNvPr id="1" name=""/>
        <p:cNvGrpSpPr/>
        <p:nvPr/>
      </p:nvGrpSpPr>
      <p:grpSpPr>
        <a:xfrm>
          <a:off x="0" y="0"/>
          <a:ext cx="0" cy="0"/>
          <a:chOff x="0" y="0"/>
          <a:chExt cx="0" cy="0"/>
        </a:xfrm>
      </p:grpSpPr>
      <p:pic>
        <p:nvPicPr>
          <p:cNvPr id="9" name="Picture 8" descr="Shape_Left-long.png"/>
          <p:cNvPicPr>
            <a:picLocks noChangeAspect="1"/>
          </p:cNvPicPr>
          <p:nvPr/>
        </p:nvPicPr>
        <p:blipFill>
          <a:blip r:embed="rId2"/>
          <a:stretch>
            <a:fillRect/>
          </a:stretch>
        </p:blipFill>
        <p:spPr>
          <a:xfrm>
            <a:off x="1" y="0"/>
            <a:ext cx="10346531" cy="6858000"/>
          </a:xfrm>
          <a:prstGeom prst="rect">
            <a:avLst/>
          </a:prstGeom>
        </p:spPr>
      </p:pic>
      <p:sp>
        <p:nvSpPr>
          <p:cNvPr id="2" name="Title 1"/>
          <p:cNvSpPr>
            <a:spLocks noGrp="1"/>
          </p:cNvSpPr>
          <p:nvPr>
            <p:ph type="title" hasCustomPrompt="1"/>
          </p:nvPr>
        </p:nvSpPr>
        <p:spPr>
          <a:xfrm>
            <a:off x="406400" y="2133603"/>
            <a:ext cx="8737600" cy="1362075"/>
          </a:xfrm>
        </p:spPr>
        <p:txBody>
          <a:bodyPr anchor="b">
            <a:normAutofit/>
          </a:bodyPr>
          <a:lstStyle>
            <a:lvl1pPr algn="l">
              <a:defRPr sz="2100" b="1" cap="none" spc="0" baseline="0">
                <a:solidFill>
                  <a:schemeClr val="bg1"/>
                </a:solidFill>
                <a:latin typeface="+mj-lt"/>
              </a:defRPr>
            </a:lvl1pPr>
          </a:lstStyle>
          <a:p>
            <a:r>
              <a:rPr lang="en-US" dirty="0"/>
              <a:t>Click to edit section header</a:t>
            </a:r>
          </a:p>
        </p:txBody>
      </p:sp>
      <p:sp>
        <p:nvSpPr>
          <p:cNvPr id="3" name="Text Placeholder 2"/>
          <p:cNvSpPr>
            <a:spLocks noGrp="1"/>
          </p:cNvSpPr>
          <p:nvPr>
            <p:ph type="body" idx="1" hasCustomPrompt="1"/>
          </p:nvPr>
        </p:nvSpPr>
        <p:spPr>
          <a:xfrm>
            <a:off x="406400" y="3529016"/>
            <a:ext cx="8737600" cy="1500187"/>
          </a:xfrm>
        </p:spPr>
        <p:txBody>
          <a:bodyPr anchor="t">
            <a:normAutofit/>
          </a:bodyPr>
          <a:lstStyle>
            <a:lvl1pPr marL="0" indent="0">
              <a:lnSpc>
                <a:spcPct val="100000"/>
              </a:lnSpc>
              <a:buNone/>
              <a:defRPr sz="1350" spc="0">
                <a:solidFill>
                  <a:srgbClr val="FFFFFF"/>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Click to edit description</a:t>
            </a:r>
          </a:p>
        </p:txBody>
      </p:sp>
      <p:sp>
        <p:nvSpPr>
          <p:cNvPr id="5" name="Footer Placeholder 4"/>
          <p:cNvSpPr>
            <a:spLocks noGrp="1"/>
          </p:cNvSpPr>
          <p:nvPr>
            <p:ph type="ftr" sz="quarter" idx="11"/>
          </p:nvPr>
        </p:nvSpPr>
        <p:spPr/>
        <p:txBody>
          <a:bodyPr/>
          <a:lstStyle/>
          <a:p>
            <a:r>
              <a:rPr lang="en-US"/>
              <a:t>CTCI PowerPoint Master Deck</a:t>
            </a:r>
          </a:p>
        </p:txBody>
      </p:sp>
      <p:sp>
        <p:nvSpPr>
          <p:cNvPr id="6" name="Slide Number Placeholder 5"/>
          <p:cNvSpPr>
            <a:spLocks noGrp="1"/>
          </p:cNvSpPr>
          <p:nvPr>
            <p:ph type="sldNum" sz="quarter" idx="12"/>
          </p:nvPr>
        </p:nvSpPr>
        <p:spPr/>
        <p:txBody>
          <a:bodyPr/>
          <a:lstStyle/>
          <a:p>
            <a:fld id="{4C84CB74-A55E-7147-8750-455ACB87678C}" type="slidenum">
              <a:rPr lang="en-US" smtClean="0"/>
              <a:pPr/>
              <a:t>‹#›</a:t>
            </a:fld>
            <a:endParaRPr lang="en-US"/>
          </a:p>
        </p:txBody>
      </p:sp>
    </p:spTree>
    <p:extLst>
      <p:ext uri="{BB962C8B-B14F-4D97-AF65-F5344CB8AC3E}">
        <p14:creationId xmlns:p14="http://schemas.microsoft.com/office/powerpoint/2010/main" val="2933923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標題及物件">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304804"/>
            <a:ext cx="11277600" cy="685799"/>
          </a:xfrm>
        </p:spPr>
        <p:txBody>
          <a:bodyPr/>
          <a:lstStyle>
            <a:lvl1pPr>
              <a:defRPr spc="0" baseline="0">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5" name="Content Placeholder 2"/>
          <p:cNvSpPr>
            <a:spLocks noGrp="1"/>
          </p:cNvSpPr>
          <p:nvPr>
            <p:ph idx="1" hasCustomPrompt="1"/>
          </p:nvPr>
        </p:nvSpPr>
        <p:spPr>
          <a:xfrm>
            <a:off x="406400" y="990603"/>
            <a:ext cx="11277600" cy="5105401"/>
          </a:xfrm>
        </p:spPr>
        <p:txBody>
          <a:bodyPr>
            <a:normAutofit/>
          </a:bodyPr>
          <a:lstStyle>
            <a:lvl1pPr marL="0" indent="0">
              <a:lnSpc>
                <a:spcPct val="120000"/>
              </a:lnSpc>
              <a:spcBef>
                <a:spcPts val="0"/>
              </a:spcBef>
              <a:spcAft>
                <a:spcPts val="900"/>
              </a:spcAft>
              <a:buNone/>
              <a:defRPr sz="1200" baseline="0"/>
            </a:lvl1pPr>
            <a:lvl2pPr>
              <a:buNone/>
              <a:defRPr/>
            </a:lvl2pPr>
            <a:lvl3pPr>
              <a:buNone/>
              <a:defRPr/>
            </a:lvl3pPr>
            <a:lvl4pPr>
              <a:buNone/>
              <a:defRPr/>
            </a:lvl4pPr>
            <a:lvl5pPr>
              <a:buNone/>
              <a:defRPr/>
            </a:lvl5pPr>
          </a:lstStyle>
          <a:p>
            <a:pPr lvl="0"/>
            <a:r>
              <a:rPr lang="en-US" dirty="0"/>
              <a:t>Use this box for paragraph or description of this slide </a:t>
            </a:r>
          </a:p>
        </p:txBody>
      </p:sp>
      <p:sp>
        <p:nvSpPr>
          <p:cNvPr id="6" name="Rectangle 5"/>
          <p:cNvSpPr/>
          <p:nvPr/>
        </p:nvSpPr>
        <p:spPr>
          <a:xfrm rot="10800000" flipV="1">
            <a:off x="1016000" y="6511316"/>
            <a:ext cx="3556000" cy="173124"/>
          </a:xfrm>
          <a:prstGeom prst="rect">
            <a:avLst/>
          </a:prstGeom>
        </p:spPr>
        <p:txBody>
          <a:bodyPr wrap="square" anchor="ctr">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4085093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Lis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06400" y="990603"/>
            <a:ext cx="11277600" cy="5105401"/>
          </a:xfrm>
        </p:spPr>
        <p:txBody>
          <a:bodyPr/>
          <a:lstStyle>
            <a:lvl1pPr marL="135000" indent="-135000">
              <a:lnSpc>
                <a:spcPct val="120000"/>
              </a:lnSpc>
              <a:spcAft>
                <a:spcPts val="900"/>
              </a:spcAft>
              <a:defRPr baseline="0">
                <a:latin typeface="+mn-lt"/>
              </a:defRPr>
            </a:lvl1pPr>
            <a:lvl2pPr marL="405000" indent="-162000">
              <a:lnSpc>
                <a:spcPct val="120000"/>
              </a:lnSpc>
              <a:spcAft>
                <a:spcPts val="900"/>
              </a:spcAft>
              <a:defRPr>
                <a:latin typeface="+mn-lt"/>
              </a:defRPr>
            </a:lvl2pPr>
            <a:lvl3pPr marL="675000" indent="-135000">
              <a:lnSpc>
                <a:spcPct val="120000"/>
              </a:lnSpc>
              <a:defRPr/>
            </a:lvl3pPr>
            <a:lvl4pPr marL="945000" indent="-162000">
              <a:lnSpc>
                <a:spcPct val="120000"/>
              </a:lnSpc>
              <a:defRPr/>
            </a:lvl4pPr>
            <a:lvl5pPr marL="1215000" indent="-135000">
              <a:lnSpc>
                <a:spcPct val="120000"/>
              </a:lnSpc>
              <a:defRPr/>
            </a:lvl5pPr>
          </a:lstStyle>
          <a:p>
            <a:pPr lvl="0"/>
            <a:r>
              <a:rPr lang="en-US" dirty="0"/>
              <a:t>Use this page for bullet point and list</a:t>
            </a:r>
          </a:p>
          <a:p>
            <a:pPr lvl="1"/>
            <a:r>
              <a:rPr lang="en-US" dirty="0"/>
              <a:t>Second level</a:t>
            </a:r>
          </a:p>
        </p:txBody>
      </p:sp>
      <p:sp>
        <p:nvSpPr>
          <p:cNvPr id="5" name="Footer Placeholder 4"/>
          <p:cNvSpPr>
            <a:spLocks noGrp="1"/>
          </p:cNvSpPr>
          <p:nvPr>
            <p:ph type="ftr" sz="quarter" idx="11"/>
          </p:nvPr>
        </p:nvSpPr>
        <p:spPr/>
        <p:txBody>
          <a:bodyPr/>
          <a:lstStyle/>
          <a:p>
            <a:r>
              <a:rPr lang="en-US"/>
              <a:t>CTCI PowerPoint Master Deck</a:t>
            </a:r>
          </a:p>
        </p:txBody>
      </p:sp>
      <p:sp>
        <p:nvSpPr>
          <p:cNvPr id="6" name="Slide Number Placeholder 5"/>
          <p:cNvSpPr>
            <a:spLocks noGrp="1"/>
          </p:cNvSpPr>
          <p:nvPr>
            <p:ph type="sldNum" sz="quarter" idx="12"/>
          </p:nvPr>
        </p:nvSpPr>
        <p:spPr/>
        <p:txBody>
          <a:bodyPr/>
          <a:lstStyle/>
          <a:p>
            <a:fld id="{4C84CB74-A55E-7147-8750-455ACB87678C}" type="slidenum">
              <a:rPr lang="en-US" smtClean="0"/>
              <a:pPr/>
              <a:t>‹#›</a:t>
            </a:fld>
            <a:endParaRPr lang="en-US"/>
          </a:p>
        </p:txBody>
      </p:sp>
      <p:pic>
        <p:nvPicPr>
          <p:cNvPr id="7" name="Picture 6" descr="Logo_no-slogan-white.png"/>
          <p:cNvPicPr>
            <a:picLocks noChangeAspect="1"/>
          </p:cNvPicPr>
          <p:nvPr/>
        </p:nvPicPr>
        <p:blipFill>
          <a:blip r:embed="rId2"/>
          <a:stretch>
            <a:fillRect/>
          </a:stretch>
        </p:blipFill>
        <p:spPr>
          <a:xfrm>
            <a:off x="3810000" y="3601720"/>
            <a:ext cx="1676400" cy="474980"/>
          </a:xfrm>
          <a:prstGeom prst="rect">
            <a:avLst/>
          </a:prstGeom>
        </p:spPr>
      </p:pic>
      <p:sp>
        <p:nvSpPr>
          <p:cNvPr id="8" name="Rectangle 7"/>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
        <p:nvSpPr>
          <p:cNvPr id="10" name="Title Placeholder 1"/>
          <p:cNvSpPr>
            <a:spLocks noGrp="1"/>
          </p:cNvSpPr>
          <p:nvPr>
            <p:ph type="title" hasCustomPrompt="1"/>
          </p:nvPr>
        </p:nvSpPr>
        <p:spPr>
          <a:xfrm>
            <a:off x="406400" y="304804"/>
            <a:ext cx="11277600" cy="685799"/>
          </a:xfrm>
          <a:prstGeom prst="rect">
            <a:avLst/>
          </a:prstGeom>
        </p:spPr>
        <p:txBody>
          <a:bodyPr vert="horz" lIns="91440" tIns="45720" rIns="91440" bIns="45720" rtlCol="0" anchor="ctr" anchorCtr="0">
            <a:normAutofit/>
          </a:bodyPr>
          <a:lstStyle>
            <a:lvl1pPr>
              <a:defRPr baseline="0">
                <a:latin typeface="+mj-lt"/>
              </a:defRPr>
            </a:lvl1pPr>
          </a:lstStyle>
          <a:p>
            <a:r>
              <a:rPr lang="en-US" dirty="0"/>
              <a:t>Click to edit page title</a:t>
            </a:r>
          </a:p>
        </p:txBody>
      </p:sp>
    </p:spTree>
    <p:extLst>
      <p:ext uri="{BB962C8B-B14F-4D97-AF65-F5344CB8AC3E}">
        <p14:creationId xmlns:p14="http://schemas.microsoft.com/office/powerpoint/2010/main" val="3492607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and Pict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304804"/>
            <a:ext cx="11277600" cy="685799"/>
          </a:xfrm>
        </p:spPr>
        <p:txBody>
          <a:bodyPr/>
          <a:lstStyle>
            <a:lvl1pPr>
              <a:defRPr baseline="0">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6" name="Picture Placeholder 2"/>
          <p:cNvSpPr>
            <a:spLocks noGrp="1"/>
          </p:cNvSpPr>
          <p:nvPr>
            <p:ph type="pic" idx="12"/>
          </p:nvPr>
        </p:nvSpPr>
        <p:spPr>
          <a:xfrm>
            <a:off x="5994400" y="1143003"/>
            <a:ext cx="5689600" cy="4800601"/>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endParaRPr lang="en-US"/>
          </a:p>
        </p:txBody>
      </p:sp>
      <p:sp>
        <p:nvSpPr>
          <p:cNvPr id="7" name="Content Placeholder 2"/>
          <p:cNvSpPr>
            <a:spLocks noGrp="1"/>
          </p:cNvSpPr>
          <p:nvPr>
            <p:ph idx="13" hasCustomPrompt="1"/>
          </p:nvPr>
        </p:nvSpPr>
        <p:spPr>
          <a:xfrm>
            <a:off x="406400" y="990603"/>
            <a:ext cx="5386917" cy="5105401"/>
          </a:xfrm>
        </p:spPr>
        <p:txBody>
          <a:bodyPr/>
          <a:lstStyle>
            <a:lvl1pPr marL="0" indent="0">
              <a:lnSpc>
                <a:spcPct val="120000"/>
              </a:lnSpc>
              <a:spcBef>
                <a:spcPts val="0"/>
              </a:spcBef>
              <a:spcAft>
                <a:spcPts val="900"/>
              </a:spcAft>
              <a:buNone/>
              <a:defRPr sz="1200" baseline="0">
                <a:latin typeface="+mn-lt"/>
                <a:ea typeface="+mn-ea"/>
              </a:defRPr>
            </a:lvl1pPr>
            <a:lvl2pPr>
              <a:buNone/>
              <a:defRPr/>
            </a:lvl2pPr>
            <a:lvl3pPr>
              <a:buNone/>
              <a:defRPr/>
            </a:lvl3pPr>
            <a:lvl4pPr>
              <a:buNone/>
              <a:defRPr/>
            </a:lvl4pPr>
            <a:lvl5pPr>
              <a:buNone/>
              <a:defRPr/>
            </a:lvl5pPr>
          </a:lstStyle>
          <a:p>
            <a:pPr lvl="0"/>
            <a:r>
              <a:rPr lang="en-US" dirty="0"/>
              <a:t>Click to edit content</a:t>
            </a:r>
          </a:p>
        </p:txBody>
      </p:sp>
      <p:sp>
        <p:nvSpPr>
          <p:cNvPr id="10" name="Rectangle 9"/>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3143745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兩項物件">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6400" y="304804"/>
            <a:ext cx="11277600" cy="685799"/>
          </a:xfrm>
        </p:spPr>
        <p:txBody>
          <a:bodyPr/>
          <a:lstStyle>
            <a:lvl1pPr>
              <a:defRPr>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7" name="Content Placeholder 2"/>
          <p:cNvSpPr>
            <a:spLocks noGrp="1"/>
          </p:cNvSpPr>
          <p:nvPr>
            <p:ph idx="13" hasCustomPrompt="1"/>
          </p:nvPr>
        </p:nvSpPr>
        <p:spPr>
          <a:xfrm>
            <a:off x="406400" y="990603"/>
            <a:ext cx="5386917" cy="5105401"/>
          </a:xfrm>
        </p:spPr>
        <p:txBody>
          <a:bodyPr/>
          <a:lstStyle>
            <a:lvl1pPr marL="0" indent="0">
              <a:lnSpc>
                <a:spcPct val="120000"/>
              </a:lnSpc>
              <a:spcBef>
                <a:spcPts val="0"/>
              </a:spcBef>
              <a:spcAft>
                <a:spcPts val="900"/>
              </a:spcAft>
              <a:buNone/>
              <a:defRPr sz="1200" baseline="0">
                <a:latin typeface="+mn-lt"/>
              </a:defRPr>
            </a:lvl1pPr>
            <a:lvl2pPr>
              <a:buNone/>
              <a:defRPr/>
            </a:lvl2pPr>
            <a:lvl3pPr>
              <a:buNone/>
              <a:defRPr/>
            </a:lvl3pPr>
            <a:lvl4pPr>
              <a:buNone/>
              <a:defRPr/>
            </a:lvl4pPr>
            <a:lvl5pPr>
              <a:buNone/>
              <a:defRPr/>
            </a:lvl5pPr>
          </a:lstStyle>
          <a:p>
            <a:pPr lvl="0"/>
            <a:r>
              <a:rPr lang="en-US" dirty="0"/>
              <a:t>Click to edit content</a:t>
            </a:r>
          </a:p>
        </p:txBody>
      </p:sp>
      <p:sp>
        <p:nvSpPr>
          <p:cNvPr id="8" name="Content Placeholder 2"/>
          <p:cNvSpPr>
            <a:spLocks noGrp="1"/>
          </p:cNvSpPr>
          <p:nvPr>
            <p:ph idx="14" hasCustomPrompt="1"/>
          </p:nvPr>
        </p:nvSpPr>
        <p:spPr>
          <a:xfrm>
            <a:off x="5996517" y="990603"/>
            <a:ext cx="5687483" cy="5105401"/>
          </a:xfrm>
        </p:spPr>
        <p:txBody>
          <a:bodyPr/>
          <a:lstStyle>
            <a:lvl1pPr marL="0" indent="0">
              <a:lnSpc>
                <a:spcPct val="120000"/>
              </a:lnSpc>
              <a:spcBef>
                <a:spcPts val="0"/>
              </a:spcBef>
              <a:spcAft>
                <a:spcPts val="900"/>
              </a:spcAft>
              <a:buNone/>
              <a:defRPr sz="1200" baseline="0"/>
            </a:lvl1pPr>
            <a:lvl2pPr>
              <a:buNone/>
              <a:defRPr/>
            </a:lvl2pPr>
            <a:lvl3pPr>
              <a:buNone/>
              <a:defRPr/>
            </a:lvl3pPr>
            <a:lvl4pPr>
              <a:buNone/>
              <a:defRPr/>
            </a:lvl4pPr>
            <a:lvl5pPr>
              <a:buNone/>
              <a:defRPr/>
            </a:lvl5pPr>
          </a:lstStyle>
          <a:p>
            <a:pPr lvl="0"/>
            <a:r>
              <a:rPr lang="en-US" dirty="0"/>
              <a:t>Click to edit content</a:t>
            </a:r>
          </a:p>
        </p:txBody>
      </p:sp>
      <p:sp>
        <p:nvSpPr>
          <p:cNvPr id="11" name="Rectangle 10"/>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16222832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wo Lis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CTCI PowerPoint Master Deck</a:t>
            </a:r>
          </a:p>
        </p:txBody>
      </p:sp>
      <p:sp>
        <p:nvSpPr>
          <p:cNvPr id="7" name="Slide Number Placeholder 6"/>
          <p:cNvSpPr>
            <a:spLocks noGrp="1"/>
          </p:cNvSpPr>
          <p:nvPr>
            <p:ph type="sldNum" sz="quarter" idx="12"/>
          </p:nvPr>
        </p:nvSpPr>
        <p:spPr/>
        <p:txBody>
          <a:bodyPr/>
          <a:lstStyle/>
          <a:p>
            <a:fld id="{4C84CB74-A55E-7147-8750-455ACB87678C}" type="slidenum">
              <a:rPr lang="en-US" smtClean="0"/>
              <a:pPr/>
              <a:t>‹#›</a:t>
            </a:fld>
            <a:endParaRPr lang="en-US"/>
          </a:p>
        </p:txBody>
      </p:sp>
      <p:sp>
        <p:nvSpPr>
          <p:cNvPr id="8" name="Rectangle 7"/>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
        <p:nvSpPr>
          <p:cNvPr id="9" name="Title Placeholder 1"/>
          <p:cNvSpPr>
            <a:spLocks noGrp="1"/>
          </p:cNvSpPr>
          <p:nvPr>
            <p:ph type="title" hasCustomPrompt="1"/>
          </p:nvPr>
        </p:nvSpPr>
        <p:spPr>
          <a:xfrm>
            <a:off x="406400" y="304804"/>
            <a:ext cx="11277600" cy="685799"/>
          </a:xfrm>
          <a:prstGeom prst="rect">
            <a:avLst/>
          </a:prstGeom>
        </p:spPr>
        <p:txBody>
          <a:bodyPr vert="horz" lIns="91440" tIns="45720" rIns="91440" bIns="45720" rtlCol="0" anchor="ctr" anchorCtr="0">
            <a:normAutofit/>
          </a:bodyPr>
          <a:lstStyle>
            <a:lvl1pPr>
              <a:defRPr>
                <a:latin typeface="+mj-lt"/>
              </a:defRPr>
            </a:lvl1pPr>
          </a:lstStyle>
          <a:p>
            <a:r>
              <a:rPr lang="en-US" dirty="0"/>
              <a:t>Click to edit page title</a:t>
            </a:r>
          </a:p>
        </p:txBody>
      </p:sp>
      <p:sp>
        <p:nvSpPr>
          <p:cNvPr id="12" name="Content Placeholder 3"/>
          <p:cNvSpPr>
            <a:spLocks noGrp="1"/>
          </p:cNvSpPr>
          <p:nvPr>
            <p:ph sz="half" idx="13" hasCustomPrompt="1"/>
          </p:nvPr>
        </p:nvSpPr>
        <p:spPr>
          <a:xfrm>
            <a:off x="406400" y="990600"/>
            <a:ext cx="5386917" cy="5105400"/>
          </a:xfrm>
        </p:spPr>
        <p:txBody>
          <a:bodyPr>
            <a:normAutofit/>
          </a:bodyPr>
          <a:lstStyle>
            <a:lvl1pPr marL="135000" indent="-135000">
              <a:defRPr sz="1200"/>
            </a:lvl1pPr>
            <a:lvl2pPr marL="405000" indent="-135000">
              <a:defRPr sz="1200"/>
            </a:lvl2pPr>
            <a:lvl3pPr marL="675000" indent="-135000">
              <a:defRPr sz="1200"/>
            </a:lvl3pPr>
            <a:lvl4pPr marL="945000" indent="-135000">
              <a:defRPr sz="1200"/>
            </a:lvl4pPr>
            <a:lvl5pPr marL="1215000" indent="-135000">
              <a:defRPr sz="1200"/>
            </a:lvl5pPr>
            <a:lvl6pPr>
              <a:defRPr sz="1200"/>
            </a:lvl6pPr>
            <a:lvl7pPr>
              <a:defRPr sz="1200"/>
            </a:lvl7pPr>
            <a:lvl8pPr>
              <a:defRPr sz="1200"/>
            </a:lvl8pPr>
            <a:lvl9pPr>
              <a:defRPr sz="1200"/>
            </a:lvl9pPr>
          </a:lstStyle>
          <a:p>
            <a:pPr lvl="0"/>
            <a:r>
              <a:rPr lang="en-US" dirty="0"/>
              <a:t>Click to edit list</a:t>
            </a:r>
          </a:p>
        </p:txBody>
      </p:sp>
      <p:sp>
        <p:nvSpPr>
          <p:cNvPr id="13" name="Content Placeholder 3"/>
          <p:cNvSpPr>
            <a:spLocks noGrp="1"/>
          </p:cNvSpPr>
          <p:nvPr>
            <p:ph sz="half" idx="14" hasCustomPrompt="1"/>
          </p:nvPr>
        </p:nvSpPr>
        <p:spPr>
          <a:xfrm>
            <a:off x="5994400" y="990600"/>
            <a:ext cx="5689600" cy="5105400"/>
          </a:xfrm>
        </p:spPr>
        <p:txBody>
          <a:bodyPr>
            <a:normAutofit/>
          </a:bodyPr>
          <a:lstStyle>
            <a:lvl1pPr marL="135000" indent="-135000">
              <a:defRPr sz="1200">
                <a:latin typeface="+mn-lt"/>
              </a:defRPr>
            </a:lvl1pPr>
            <a:lvl2pPr marL="405000" indent="-135000">
              <a:defRPr sz="1200"/>
            </a:lvl2pPr>
            <a:lvl3pPr marL="675000" indent="-135000">
              <a:defRPr sz="1200"/>
            </a:lvl3pPr>
            <a:lvl4pPr marL="945000" indent="-135000">
              <a:defRPr sz="1200"/>
            </a:lvl4pPr>
            <a:lvl5pPr marL="1215000" indent="-135000">
              <a:defRPr sz="1200"/>
            </a:lvl5pPr>
            <a:lvl6pPr>
              <a:defRPr sz="1200"/>
            </a:lvl6pPr>
            <a:lvl7pPr>
              <a:defRPr sz="1200"/>
            </a:lvl7pPr>
            <a:lvl8pPr>
              <a:defRPr sz="1200"/>
            </a:lvl8pPr>
            <a:lvl9pPr>
              <a:defRPr sz="1200"/>
            </a:lvl9pPr>
          </a:lstStyle>
          <a:p>
            <a:pPr lvl="0"/>
            <a:r>
              <a:rPr lang="en-US" dirty="0"/>
              <a:t>Click to edit list</a:t>
            </a:r>
          </a:p>
        </p:txBody>
      </p:sp>
    </p:spTree>
    <p:extLst>
      <p:ext uri="{BB962C8B-B14F-4D97-AF65-F5344CB8AC3E}">
        <p14:creationId xmlns:p14="http://schemas.microsoft.com/office/powerpoint/2010/main" val="3587451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Two List with 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dirty="0"/>
              <a:t>Click to edit page title</a:t>
            </a:r>
          </a:p>
        </p:txBody>
      </p:sp>
      <p:sp>
        <p:nvSpPr>
          <p:cNvPr id="3" name="Text Placeholder 2"/>
          <p:cNvSpPr>
            <a:spLocks noGrp="1"/>
          </p:cNvSpPr>
          <p:nvPr>
            <p:ph type="body" idx="1" hasCustomPrompt="1"/>
          </p:nvPr>
        </p:nvSpPr>
        <p:spPr>
          <a:xfrm>
            <a:off x="406400" y="990600"/>
            <a:ext cx="5386917" cy="457200"/>
          </a:xfrm>
        </p:spPr>
        <p:txBody>
          <a:bodyPr anchor="ctr">
            <a:normAutofit/>
          </a:bodyPr>
          <a:lstStyle>
            <a:lvl1pPr marL="0" indent="0">
              <a:buNone/>
              <a:defRPr sz="12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list title</a:t>
            </a:r>
          </a:p>
        </p:txBody>
      </p:sp>
      <p:sp>
        <p:nvSpPr>
          <p:cNvPr id="4" name="Content Placeholder 3"/>
          <p:cNvSpPr>
            <a:spLocks noGrp="1"/>
          </p:cNvSpPr>
          <p:nvPr>
            <p:ph sz="half" idx="2" hasCustomPrompt="1"/>
          </p:nvPr>
        </p:nvSpPr>
        <p:spPr>
          <a:xfrm>
            <a:off x="406400" y="1447800"/>
            <a:ext cx="5386917" cy="4648200"/>
          </a:xfrm>
        </p:spPr>
        <p:txBody>
          <a:bodyPr>
            <a:normAutofit/>
          </a:bodyPr>
          <a:lstStyle>
            <a:lvl1pPr marL="135000" indent="-135000">
              <a:lnSpc>
                <a:spcPct val="120000"/>
              </a:lnSpc>
              <a:spcBef>
                <a:spcPts val="0"/>
              </a:spcBef>
              <a:spcAft>
                <a:spcPts val="900"/>
              </a:spcAft>
              <a:buFontTx/>
              <a:buNone/>
              <a:defRPr sz="1200"/>
            </a:lvl1pPr>
            <a:lvl2pPr marL="135000" indent="-135000">
              <a:lnSpc>
                <a:spcPct val="120000"/>
              </a:lnSpc>
              <a:spcBef>
                <a:spcPts val="0"/>
              </a:spcBef>
              <a:spcAft>
                <a:spcPts val="900"/>
              </a:spcAft>
              <a:buFont typeface="Arial"/>
              <a:buChar char="•"/>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list description</a:t>
            </a:r>
          </a:p>
          <a:p>
            <a:pPr lvl="1"/>
            <a:r>
              <a:rPr lang="en-US" dirty="0"/>
              <a:t>Second level</a:t>
            </a:r>
          </a:p>
        </p:txBody>
      </p:sp>
      <p:sp>
        <p:nvSpPr>
          <p:cNvPr id="5" name="Text Placeholder 4"/>
          <p:cNvSpPr>
            <a:spLocks noGrp="1"/>
          </p:cNvSpPr>
          <p:nvPr>
            <p:ph type="body" sz="quarter" idx="3" hasCustomPrompt="1"/>
          </p:nvPr>
        </p:nvSpPr>
        <p:spPr>
          <a:xfrm>
            <a:off x="5990169" y="990600"/>
            <a:ext cx="5693833" cy="457200"/>
          </a:xfrm>
        </p:spPr>
        <p:txBody>
          <a:bodyPr anchor="ctr">
            <a:normAutofit/>
          </a:bodyPr>
          <a:lstStyle>
            <a:lvl1pPr marL="0" indent="0">
              <a:buNone/>
              <a:defRPr sz="12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list title</a:t>
            </a:r>
          </a:p>
        </p:txBody>
      </p:sp>
      <p:sp>
        <p:nvSpPr>
          <p:cNvPr id="8" name="Footer Placeholder 7"/>
          <p:cNvSpPr>
            <a:spLocks noGrp="1"/>
          </p:cNvSpPr>
          <p:nvPr>
            <p:ph type="ftr" sz="quarter" idx="11"/>
          </p:nvPr>
        </p:nvSpPr>
        <p:spPr/>
        <p:txBody>
          <a:bodyPr/>
          <a:lstStyle/>
          <a:p>
            <a:r>
              <a:rPr lang="en-US"/>
              <a:t>CTCI PowerPoint Master Deck</a:t>
            </a:r>
          </a:p>
        </p:txBody>
      </p:sp>
      <p:sp>
        <p:nvSpPr>
          <p:cNvPr id="9" name="Slide Number Placeholder 8"/>
          <p:cNvSpPr>
            <a:spLocks noGrp="1"/>
          </p:cNvSpPr>
          <p:nvPr>
            <p:ph type="sldNum" sz="quarter" idx="12"/>
          </p:nvPr>
        </p:nvSpPr>
        <p:spPr/>
        <p:txBody>
          <a:bodyPr/>
          <a:lstStyle/>
          <a:p>
            <a:fld id="{4C84CB74-A55E-7147-8750-455ACB87678C}" type="slidenum">
              <a:rPr lang="en-US" smtClean="0"/>
              <a:pPr/>
              <a:t>‹#›</a:t>
            </a:fld>
            <a:endParaRPr lang="en-US"/>
          </a:p>
        </p:txBody>
      </p:sp>
      <p:sp>
        <p:nvSpPr>
          <p:cNvPr id="10" name="Rectangle 9"/>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
        <p:nvSpPr>
          <p:cNvPr id="12" name="Content Placeholder 3"/>
          <p:cNvSpPr>
            <a:spLocks noGrp="1"/>
          </p:cNvSpPr>
          <p:nvPr>
            <p:ph sz="half" idx="13" hasCustomPrompt="1"/>
          </p:nvPr>
        </p:nvSpPr>
        <p:spPr>
          <a:xfrm>
            <a:off x="5990168" y="1447800"/>
            <a:ext cx="5693833" cy="4648200"/>
          </a:xfrm>
        </p:spPr>
        <p:txBody>
          <a:bodyPr>
            <a:normAutofit/>
          </a:bodyPr>
          <a:lstStyle>
            <a:lvl1pPr marL="135000" indent="-135000">
              <a:lnSpc>
                <a:spcPct val="120000"/>
              </a:lnSpc>
              <a:spcBef>
                <a:spcPts val="0"/>
              </a:spcBef>
              <a:spcAft>
                <a:spcPts val="900"/>
              </a:spcAft>
              <a:buFontTx/>
              <a:buNone/>
              <a:defRPr sz="1200">
                <a:latin typeface="+mn-lt"/>
              </a:defRPr>
            </a:lvl1pPr>
            <a:lvl2pPr marL="135000" indent="-135000">
              <a:lnSpc>
                <a:spcPct val="120000"/>
              </a:lnSpc>
              <a:spcBef>
                <a:spcPts val="0"/>
              </a:spcBef>
              <a:spcAft>
                <a:spcPts val="900"/>
              </a:spcAft>
              <a:buFont typeface="Arial"/>
              <a:buChar char="•"/>
              <a:defRPr sz="1200">
                <a:latin typeface="+mn-lt"/>
              </a:defRPr>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list description</a:t>
            </a:r>
          </a:p>
          <a:p>
            <a:pPr lvl="1"/>
            <a:r>
              <a:rPr lang="en-US" dirty="0"/>
              <a:t>Second level</a:t>
            </a:r>
          </a:p>
        </p:txBody>
      </p:sp>
    </p:spTree>
    <p:extLst>
      <p:ext uri="{BB962C8B-B14F-4D97-AF65-F5344CB8AC3E}">
        <p14:creationId xmlns:p14="http://schemas.microsoft.com/office/powerpoint/2010/main" val="1602517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ree List with 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5" name="Text Placeholder 2"/>
          <p:cNvSpPr>
            <a:spLocks noGrp="1"/>
          </p:cNvSpPr>
          <p:nvPr>
            <p:ph type="body" idx="1" hasCustomPrompt="1"/>
          </p:nvPr>
        </p:nvSpPr>
        <p:spPr>
          <a:xfrm>
            <a:off x="406400" y="990600"/>
            <a:ext cx="3556000" cy="457200"/>
          </a:xfrm>
        </p:spPr>
        <p:txBody>
          <a:bodyPr anchor="ctr">
            <a:noAutofit/>
          </a:bodyPr>
          <a:lstStyle>
            <a:lvl1pPr marL="0" indent="0">
              <a:buNone/>
              <a:defRPr sz="1050" b="1" baseline="0">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content title</a:t>
            </a:r>
          </a:p>
        </p:txBody>
      </p:sp>
      <p:sp>
        <p:nvSpPr>
          <p:cNvPr id="7" name="Text Placeholder 4"/>
          <p:cNvSpPr>
            <a:spLocks noGrp="1"/>
          </p:cNvSpPr>
          <p:nvPr>
            <p:ph type="body" sz="quarter" idx="3" hasCustomPrompt="1"/>
          </p:nvPr>
        </p:nvSpPr>
        <p:spPr>
          <a:xfrm>
            <a:off x="4265806" y="990600"/>
            <a:ext cx="3557396" cy="457200"/>
          </a:xfrm>
        </p:spPr>
        <p:txBody>
          <a:bodyPr anchor="ctr">
            <a:noAutofit/>
          </a:bodyPr>
          <a:lstStyle>
            <a:lvl1pPr marL="0" indent="0">
              <a:buNone/>
              <a:defRPr sz="105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content title</a:t>
            </a:r>
          </a:p>
        </p:txBody>
      </p:sp>
      <p:sp>
        <p:nvSpPr>
          <p:cNvPr id="9" name="Text Placeholder 4"/>
          <p:cNvSpPr>
            <a:spLocks noGrp="1"/>
          </p:cNvSpPr>
          <p:nvPr>
            <p:ph type="body" sz="quarter" idx="12" hasCustomPrompt="1"/>
          </p:nvPr>
        </p:nvSpPr>
        <p:spPr>
          <a:xfrm>
            <a:off x="8126606" y="990600"/>
            <a:ext cx="3557396" cy="457200"/>
          </a:xfrm>
        </p:spPr>
        <p:txBody>
          <a:bodyPr anchor="ctr">
            <a:noAutofit/>
          </a:bodyPr>
          <a:lstStyle>
            <a:lvl1pPr marL="0" indent="0">
              <a:buNone/>
              <a:defRPr sz="105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content title</a:t>
            </a:r>
          </a:p>
        </p:txBody>
      </p:sp>
      <p:sp>
        <p:nvSpPr>
          <p:cNvPr id="10" name="Content Placeholder 5"/>
          <p:cNvSpPr>
            <a:spLocks noGrp="1"/>
          </p:cNvSpPr>
          <p:nvPr>
            <p:ph sz="quarter" idx="13" hasCustomPrompt="1"/>
          </p:nvPr>
        </p:nvSpPr>
        <p:spPr>
          <a:xfrm>
            <a:off x="8126606" y="1447800"/>
            <a:ext cx="3557396" cy="4648200"/>
          </a:xfrm>
        </p:spPr>
        <p:txBody>
          <a:bodyPr>
            <a:normAutofit/>
          </a:bodyPr>
          <a:lstStyle>
            <a:lvl1pPr marL="0" indent="0">
              <a:lnSpc>
                <a:spcPct val="120000"/>
              </a:lnSpc>
              <a:buFontTx/>
              <a:buNone/>
              <a:defRPr sz="975" baseline="0">
                <a:solidFill>
                  <a:srgbClr val="212121"/>
                </a:solidFill>
                <a:latin typeface="+mn-lt"/>
              </a:defRPr>
            </a:lvl1pPr>
            <a:lvl2pPr marL="0" indent="0">
              <a:lnSpc>
                <a:spcPct val="120000"/>
              </a:lnSpc>
              <a:buFontTx/>
              <a:buNone/>
              <a:defRPr sz="975" baseline="0">
                <a:solidFill>
                  <a:srgbClr val="212121"/>
                </a:solidFill>
              </a:defRPr>
            </a:lvl2pPr>
            <a:lvl3pPr marL="0" indent="0">
              <a:lnSpc>
                <a:spcPct val="120000"/>
              </a:lnSpc>
              <a:buFontTx/>
              <a:buNone/>
              <a:defRPr sz="975" baseline="0">
                <a:solidFill>
                  <a:srgbClr val="212121"/>
                </a:solidFill>
              </a:defRPr>
            </a:lvl3pPr>
            <a:lvl4pPr marL="0" indent="0">
              <a:lnSpc>
                <a:spcPct val="120000"/>
              </a:lnSpc>
              <a:buFontTx/>
              <a:buNone/>
              <a:defRPr sz="975" baseline="0">
                <a:solidFill>
                  <a:srgbClr val="212121"/>
                </a:solidFill>
              </a:defRPr>
            </a:lvl4pPr>
            <a:lvl5pPr marL="0" indent="0">
              <a:lnSpc>
                <a:spcPct val="120000"/>
              </a:lnSpc>
              <a:buFontTx/>
              <a:buNone/>
              <a:defRPr sz="975" baseline="0">
                <a:solidFill>
                  <a:srgbClr val="212121"/>
                </a:solidFill>
              </a:defRPr>
            </a:lvl5pPr>
            <a:lvl6pPr>
              <a:defRPr sz="1200"/>
            </a:lvl6pPr>
            <a:lvl7pPr>
              <a:defRPr sz="1200"/>
            </a:lvl7pPr>
            <a:lvl8pPr>
              <a:defRPr sz="1200"/>
            </a:lvl8pPr>
            <a:lvl9pPr>
              <a:defRPr sz="1200"/>
            </a:lvl9pPr>
          </a:lstStyle>
          <a:p>
            <a:pPr lvl="0"/>
            <a:r>
              <a:rPr lang="en-US" dirty="0"/>
              <a:t>Click to edit content</a:t>
            </a:r>
          </a:p>
        </p:txBody>
      </p:sp>
      <p:sp>
        <p:nvSpPr>
          <p:cNvPr id="11" name="Content Placeholder 5"/>
          <p:cNvSpPr>
            <a:spLocks noGrp="1"/>
          </p:cNvSpPr>
          <p:nvPr>
            <p:ph sz="quarter" idx="14" hasCustomPrompt="1"/>
          </p:nvPr>
        </p:nvSpPr>
        <p:spPr>
          <a:xfrm>
            <a:off x="4265806" y="1447800"/>
            <a:ext cx="3557396" cy="4648200"/>
          </a:xfrm>
        </p:spPr>
        <p:txBody>
          <a:bodyPr>
            <a:normAutofit/>
          </a:bodyPr>
          <a:lstStyle>
            <a:lvl1pPr marL="0" indent="0">
              <a:lnSpc>
                <a:spcPct val="120000"/>
              </a:lnSpc>
              <a:buFontTx/>
              <a:buNone/>
              <a:defRPr sz="975" baseline="0">
                <a:solidFill>
                  <a:srgbClr val="212121"/>
                </a:solidFill>
                <a:latin typeface="+mn-lt"/>
              </a:defRPr>
            </a:lvl1pPr>
            <a:lvl2pPr marL="0" indent="0">
              <a:lnSpc>
                <a:spcPct val="120000"/>
              </a:lnSpc>
              <a:buFontTx/>
              <a:buNone/>
              <a:defRPr sz="975" baseline="0">
                <a:solidFill>
                  <a:srgbClr val="212121"/>
                </a:solidFill>
              </a:defRPr>
            </a:lvl2pPr>
            <a:lvl3pPr marL="0" indent="0">
              <a:lnSpc>
                <a:spcPct val="120000"/>
              </a:lnSpc>
              <a:buFontTx/>
              <a:buNone/>
              <a:defRPr sz="975" baseline="0">
                <a:solidFill>
                  <a:srgbClr val="212121"/>
                </a:solidFill>
              </a:defRPr>
            </a:lvl3pPr>
            <a:lvl4pPr marL="0" indent="0">
              <a:lnSpc>
                <a:spcPct val="120000"/>
              </a:lnSpc>
              <a:buFontTx/>
              <a:buNone/>
              <a:defRPr sz="975" baseline="0">
                <a:solidFill>
                  <a:srgbClr val="212121"/>
                </a:solidFill>
              </a:defRPr>
            </a:lvl4pPr>
            <a:lvl5pPr marL="0" indent="0">
              <a:lnSpc>
                <a:spcPct val="120000"/>
              </a:lnSpc>
              <a:buFontTx/>
              <a:buNone/>
              <a:defRPr sz="975" baseline="0">
                <a:solidFill>
                  <a:srgbClr val="212121"/>
                </a:solidFill>
              </a:defRPr>
            </a:lvl5pPr>
            <a:lvl6pPr>
              <a:defRPr sz="1200"/>
            </a:lvl6pPr>
            <a:lvl7pPr>
              <a:defRPr sz="1200"/>
            </a:lvl7pPr>
            <a:lvl8pPr>
              <a:defRPr sz="1200"/>
            </a:lvl8pPr>
            <a:lvl9pPr>
              <a:defRPr sz="1200"/>
            </a:lvl9pPr>
          </a:lstStyle>
          <a:p>
            <a:pPr lvl="0"/>
            <a:r>
              <a:rPr lang="en-US" dirty="0"/>
              <a:t>Click to edit content</a:t>
            </a:r>
          </a:p>
        </p:txBody>
      </p:sp>
      <p:sp>
        <p:nvSpPr>
          <p:cNvPr id="12" name="Content Placeholder 5"/>
          <p:cNvSpPr>
            <a:spLocks noGrp="1"/>
          </p:cNvSpPr>
          <p:nvPr>
            <p:ph sz="quarter" idx="15" hasCustomPrompt="1"/>
          </p:nvPr>
        </p:nvSpPr>
        <p:spPr>
          <a:xfrm>
            <a:off x="405006" y="1447800"/>
            <a:ext cx="3557396" cy="4648200"/>
          </a:xfrm>
        </p:spPr>
        <p:txBody>
          <a:bodyPr>
            <a:normAutofit/>
          </a:bodyPr>
          <a:lstStyle>
            <a:lvl1pPr marL="0" indent="0">
              <a:lnSpc>
                <a:spcPct val="120000"/>
              </a:lnSpc>
              <a:buFontTx/>
              <a:buNone/>
              <a:defRPr sz="975" baseline="0">
                <a:solidFill>
                  <a:srgbClr val="212121"/>
                </a:solidFill>
                <a:latin typeface="+mn-lt"/>
              </a:defRPr>
            </a:lvl1pPr>
            <a:lvl2pPr marL="0" indent="0">
              <a:lnSpc>
                <a:spcPct val="120000"/>
              </a:lnSpc>
              <a:buFontTx/>
              <a:buNone/>
              <a:defRPr sz="975" baseline="0">
                <a:solidFill>
                  <a:srgbClr val="212121"/>
                </a:solidFill>
              </a:defRPr>
            </a:lvl2pPr>
            <a:lvl3pPr marL="0" indent="0">
              <a:lnSpc>
                <a:spcPct val="120000"/>
              </a:lnSpc>
              <a:buFontTx/>
              <a:buNone/>
              <a:defRPr sz="975" baseline="0">
                <a:solidFill>
                  <a:srgbClr val="212121"/>
                </a:solidFill>
              </a:defRPr>
            </a:lvl3pPr>
            <a:lvl4pPr marL="0" indent="0">
              <a:lnSpc>
                <a:spcPct val="120000"/>
              </a:lnSpc>
              <a:buFontTx/>
              <a:buNone/>
              <a:defRPr sz="975" baseline="0">
                <a:solidFill>
                  <a:srgbClr val="212121"/>
                </a:solidFill>
              </a:defRPr>
            </a:lvl4pPr>
            <a:lvl5pPr marL="0" indent="0">
              <a:lnSpc>
                <a:spcPct val="120000"/>
              </a:lnSpc>
              <a:buFontTx/>
              <a:buNone/>
              <a:defRPr sz="975" baseline="0">
                <a:solidFill>
                  <a:srgbClr val="212121"/>
                </a:solidFill>
              </a:defRPr>
            </a:lvl5pPr>
            <a:lvl6pPr>
              <a:defRPr sz="1200"/>
            </a:lvl6pPr>
            <a:lvl7pPr>
              <a:defRPr sz="1200"/>
            </a:lvl7pPr>
            <a:lvl8pPr>
              <a:defRPr sz="1200"/>
            </a:lvl8pPr>
            <a:lvl9pPr>
              <a:defRPr sz="1200"/>
            </a:lvl9pPr>
          </a:lstStyle>
          <a:p>
            <a:pPr lvl="0"/>
            <a:r>
              <a:rPr lang="en-US" dirty="0"/>
              <a:t>Click to edit content</a:t>
            </a:r>
          </a:p>
        </p:txBody>
      </p:sp>
      <p:sp>
        <p:nvSpPr>
          <p:cNvPr id="13" name="Rectangle 12"/>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2027906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ix box">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dirty="0"/>
              <a:t>Click to edit page title</a:t>
            </a:r>
          </a:p>
        </p:txBody>
      </p:sp>
      <p:sp>
        <p:nvSpPr>
          <p:cNvPr id="3" name="Text Placeholder 2"/>
          <p:cNvSpPr>
            <a:spLocks noGrp="1"/>
          </p:cNvSpPr>
          <p:nvPr>
            <p:ph type="body" idx="1" hasCustomPrompt="1"/>
          </p:nvPr>
        </p:nvSpPr>
        <p:spPr>
          <a:xfrm>
            <a:off x="406400" y="1143000"/>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4" name="Content Placeholder 3"/>
          <p:cNvSpPr>
            <a:spLocks noGrp="1"/>
          </p:cNvSpPr>
          <p:nvPr>
            <p:ph sz="half" idx="2" hasCustomPrompt="1"/>
          </p:nvPr>
        </p:nvSpPr>
        <p:spPr>
          <a:xfrm>
            <a:off x="406400" y="1447800"/>
            <a:ext cx="35560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sp>
        <p:nvSpPr>
          <p:cNvPr id="8" name="Footer Placeholder 7"/>
          <p:cNvSpPr>
            <a:spLocks noGrp="1"/>
          </p:cNvSpPr>
          <p:nvPr>
            <p:ph type="ftr" sz="quarter" idx="11"/>
          </p:nvPr>
        </p:nvSpPr>
        <p:spPr/>
        <p:txBody>
          <a:bodyPr/>
          <a:lstStyle/>
          <a:p>
            <a:r>
              <a:rPr lang="en-US"/>
              <a:t>CTCI PowerPoint Master Deck</a:t>
            </a:r>
          </a:p>
        </p:txBody>
      </p:sp>
      <p:sp>
        <p:nvSpPr>
          <p:cNvPr id="9" name="Slide Number Placeholder 8"/>
          <p:cNvSpPr>
            <a:spLocks noGrp="1"/>
          </p:cNvSpPr>
          <p:nvPr>
            <p:ph type="sldNum" sz="quarter" idx="12"/>
          </p:nvPr>
        </p:nvSpPr>
        <p:spPr/>
        <p:txBody>
          <a:bodyPr/>
          <a:lstStyle/>
          <a:p>
            <a:fld id="{4C84CB74-A55E-7147-8750-455ACB87678C}" type="slidenum">
              <a:rPr lang="en-US" smtClean="0"/>
              <a:pPr/>
              <a:t>‹#›</a:t>
            </a:fld>
            <a:endParaRPr lang="en-US"/>
          </a:p>
        </p:txBody>
      </p:sp>
      <p:sp>
        <p:nvSpPr>
          <p:cNvPr id="10" name="Rectangle 9"/>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cxnSp>
        <p:nvCxnSpPr>
          <p:cNvPr id="13" name="Straight Connector 12"/>
          <p:cNvCxnSpPr/>
          <p:nvPr/>
        </p:nvCxnSpPr>
        <p:spPr>
          <a:xfrm>
            <a:off x="508000" y="1144588"/>
            <a:ext cx="345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 Placeholder 2"/>
          <p:cNvSpPr>
            <a:spLocks noGrp="1"/>
          </p:cNvSpPr>
          <p:nvPr>
            <p:ph type="body" idx="13" hasCustomPrompt="1"/>
          </p:nvPr>
        </p:nvSpPr>
        <p:spPr>
          <a:xfrm>
            <a:off x="4267200" y="1146176"/>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16" name="Content Placeholder 3"/>
          <p:cNvSpPr>
            <a:spLocks noGrp="1"/>
          </p:cNvSpPr>
          <p:nvPr>
            <p:ph sz="half" idx="14" hasCustomPrompt="1"/>
          </p:nvPr>
        </p:nvSpPr>
        <p:spPr>
          <a:xfrm>
            <a:off x="4267200" y="1450976"/>
            <a:ext cx="3556000" cy="2054224"/>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cxnSp>
        <p:nvCxnSpPr>
          <p:cNvPr id="17" name="Straight Connector 16"/>
          <p:cNvCxnSpPr/>
          <p:nvPr/>
        </p:nvCxnSpPr>
        <p:spPr>
          <a:xfrm>
            <a:off x="4368800" y="1147764"/>
            <a:ext cx="3454400" cy="1588"/>
          </a:xfrm>
          <a:prstGeom prst="line">
            <a:avLst/>
          </a:prstGeom>
        </p:spPr>
        <p:style>
          <a:lnRef idx="1">
            <a:schemeClr val="accent3"/>
          </a:lnRef>
          <a:fillRef idx="0">
            <a:schemeClr val="accent3"/>
          </a:fillRef>
          <a:effectRef idx="0">
            <a:schemeClr val="accent3"/>
          </a:effectRef>
          <a:fontRef idx="minor">
            <a:schemeClr val="tx1"/>
          </a:fontRef>
        </p:style>
      </p:cxnSp>
      <p:sp>
        <p:nvSpPr>
          <p:cNvPr id="18" name="Text Placeholder 2"/>
          <p:cNvSpPr>
            <a:spLocks noGrp="1"/>
          </p:cNvSpPr>
          <p:nvPr>
            <p:ph type="body" idx="15" hasCustomPrompt="1"/>
          </p:nvPr>
        </p:nvSpPr>
        <p:spPr>
          <a:xfrm>
            <a:off x="8128000" y="1143000"/>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19" name="Content Placeholder 3"/>
          <p:cNvSpPr>
            <a:spLocks noGrp="1"/>
          </p:cNvSpPr>
          <p:nvPr>
            <p:ph sz="half" idx="16" hasCustomPrompt="1"/>
          </p:nvPr>
        </p:nvSpPr>
        <p:spPr>
          <a:xfrm>
            <a:off x="8128000" y="1447800"/>
            <a:ext cx="35560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cxnSp>
        <p:nvCxnSpPr>
          <p:cNvPr id="20" name="Straight Connector 19"/>
          <p:cNvCxnSpPr/>
          <p:nvPr/>
        </p:nvCxnSpPr>
        <p:spPr>
          <a:xfrm>
            <a:off x="8229600" y="1144588"/>
            <a:ext cx="3454400" cy="1588"/>
          </a:xfrm>
          <a:prstGeom prst="line">
            <a:avLst/>
          </a:prstGeom>
        </p:spPr>
        <p:style>
          <a:lnRef idx="1">
            <a:schemeClr val="accent6"/>
          </a:lnRef>
          <a:fillRef idx="0">
            <a:schemeClr val="accent6"/>
          </a:fillRef>
          <a:effectRef idx="0">
            <a:schemeClr val="accent6"/>
          </a:effectRef>
          <a:fontRef idx="minor">
            <a:schemeClr val="tx1"/>
          </a:fontRef>
        </p:style>
      </p:cxnSp>
      <p:sp>
        <p:nvSpPr>
          <p:cNvPr id="21" name="Text Placeholder 2"/>
          <p:cNvSpPr>
            <a:spLocks noGrp="1"/>
          </p:cNvSpPr>
          <p:nvPr>
            <p:ph type="body" idx="17" hasCustomPrompt="1"/>
          </p:nvPr>
        </p:nvSpPr>
        <p:spPr>
          <a:xfrm>
            <a:off x="406400" y="3657600"/>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22" name="Content Placeholder 3"/>
          <p:cNvSpPr>
            <a:spLocks noGrp="1"/>
          </p:cNvSpPr>
          <p:nvPr>
            <p:ph sz="half" idx="18" hasCustomPrompt="1"/>
          </p:nvPr>
        </p:nvSpPr>
        <p:spPr>
          <a:xfrm>
            <a:off x="406400" y="3962400"/>
            <a:ext cx="35560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cxnSp>
        <p:nvCxnSpPr>
          <p:cNvPr id="23" name="Straight Connector 22"/>
          <p:cNvCxnSpPr/>
          <p:nvPr/>
        </p:nvCxnSpPr>
        <p:spPr>
          <a:xfrm>
            <a:off x="508000" y="3659188"/>
            <a:ext cx="3454400" cy="1588"/>
          </a:xfrm>
          <a:prstGeom prst="line">
            <a:avLst/>
          </a:prstGeom>
        </p:spPr>
        <p:style>
          <a:lnRef idx="1">
            <a:schemeClr val="accent2"/>
          </a:lnRef>
          <a:fillRef idx="0">
            <a:schemeClr val="accent2"/>
          </a:fillRef>
          <a:effectRef idx="0">
            <a:schemeClr val="accent2"/>
          </a:effectRef>
          <a:fontRef idx="minor">
            <a:schemeClr val="tx1"/>
          </a:fontRef>
        </p:style>
      </p:cxnSp>
      <p:sp>
        <p:nvSpPr>
          <p:cNvPr id="24" name="Text Placeholder 2"/>
          <p:cNvSpPr>
            <a:spLocks noGrp="1"/>
          </p:cNvSpPr>
          <p:nvPr>
            <p:ph type="body" idx="19" hasCustomPrompt="1"/>
          </p:nvPr>
        </p:nvSpPr>
        <p:spPr>
          <a:xfrm>
            <a:off x="4267200" y="3660776"/>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25" name="Content Placeholder 3"/>
          <p:cNvSpPr>
            <a:spLocks noGrp="1"/>
          </p:cNvSpPr>
          <p:nvPr>
            <p:ph sz="half" idx="20" hasCustomPrompt="1"/>
          </p:nvPr>
        </p:nvSpPr>
        <p:spPr>
          <a:xfrm>
            <a:off x="4267200" y="3965576"/>
            <a:ext cx="3556000" cy="2054224"/>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cxnSp>
        <p:nvCxnSpPr>
          <p:cNvPr id="26" name="Straight Connector 25"/>
          <p:cNvCxnSpPr/>
          <p:nvPr/>
        </p:nvCxnSpPr>
        <p:spPr>
          <a:xfrm>
            <a:off x="4368800" y="3662364"/>
            <a:ext cx="3454400" cy="1588"/>
          </a:xfrm>
          <a:prstGeom prst="line">
            <a:avLst/>
          </a:prstGeom>
        </p:spPr>
        <p:style>
          <a:lnRef idx="1">
            <a:schemeClr val="accent4"/>
          </a:lnRef>
          <a:fillRef idx="0">
            <a:schemeClr val="accent4"/>
          </a:fillRef>
          <a:effectRef idx="0">
            <a:schemeClr val="accent4"/>
          </a:effectRef>
          <a:fontRef idx="minor">
            <a:schemeClr val="tx1"/>
          </a:fontRef>
        </p:style>
      </p:cxnSp>
      <p:sp>
        <p:nvSpPr>
          <p:cNvPr id="27" name="Text Placeholder 2"/>
          <p:cNvSpPr>
            <a:spLocks noGrp="1"/>
          </p:cNvSpPr>
          <p:nvPr>
            <p:ph type="body" idx="21" hasCustomPrompt="1"/>
          </p:nvPr>
        </p:nvSpPr>
        <p:spPr>
          <a:xfrm>
            <a:off x="8128000" y="3657600"/>
            <a:ext cx="35560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fact title</a:t>
            </a:r>
          </a:p>
        </p:txBody>
      </p:sp>
      <p:sp>
        <p:nvSpPr>
          <p:cNvPr id="28" name="Content Placeholder 3"/>
          <p:cNvSpPr>
            <a:spLocks noGrp="1"/>
          </p:cNvSpPr>
          <p:nvPr>
            <p:ph sz="half" idx="22" hasCustomPrompt="1"/>
          </p:nvPr>
        </p:nvSpPr>
        <p:spPr>
          <a:xfrm>
            <a:off x="8128000" y="3962400"/>
            <a:ext cx="35560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fact</a:t>
            </a:r>
          </a:p>
        </p:txBody>
      </p:sp>
      <p:cxnSp>
        <p:nvCxnSpPr>
          <p:cNvPr id="29" name="Straight Connector 28"/>
          <p:cNvCxnSpPr/>
          <p:nvPr/>
        </p:nvCxnSpPr>
        <p:spPr>
          <a:xfrm>
            <a:off x="8229600" y="3659188"/>
            <a:ext cx="3454400" cy="1588"/>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4056765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ix box with grey bg">
    <p:spTree>
      <p:nvGrpSpPr>
        <p:cNvPr id="1" name=""/>
        <p:cNvGrpSpPr/>
        <p:nvPr/>
      </p:nvGrpSpPr>
      <p:grpSpPr>
        <a:xfrm>
          <a:off x="0" y="0"/>
          <a:ext cx="0" cy="0"/>
          <a:chOff x="0" y="0"/>
          <a:chExt cx="0" cy="0"/>
        </a:xfrm>
      </p:grpSpPr>
      <p:sp>
        <p:nvSpPr>
          <p:cNvPr id="30" name="Rectangle 29"/>
          <p:cNvSpPr/>
          <p:nvPr/>
        </p:nvSpPr>
        <p:spPr>
          <a:xfrm>
            <a:off x="508000" y="11493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1" name="Rectangle 30"/>
          <p:cNvSpPr/>
          <p:nvPr/>
        </p:nvSpPr>
        <p:spPr>
          <a:xfrm>
            <a:off x="4368800" y="11493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2" name="Rectangle 31"/>
          <p:cNvSpPr/>
          <p:nvPr/>
        </p:nvSpPr>
        <p:spPr>
          <a:xfrm>
            <a:off x="8229600" y="11493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3" name="Rectangle 32"/>
          <p:cNvSpPr/>
          <p:nvPr/>
        </p:nvSpPr>
        <p:spPr>
          <a:xfrm>
            <a:off x="508000" y="36639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4" name="Rectangle 33"/>
          <p:cNvSpPr/>
          <p:nvPr/>
        </p:nvSpPr>
        <p:spPr>
          <a:xfrm>
            <a:off x="4368800" y="36639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5" name="Rectangle 34"/>
          <p:cNvSpPr/>
          <p:nvPr/>
        </p:nvSpPr>
        <p:spPr>
          <a:xfrm>
            <a:off x="8229600" y="3663952"/>
            <a:ext cx="3454400" cy="235584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1"/>
          <p:cNvSpPr>
            <a:spLocks noGrp="1"/>
          </p:cNvSpPr>
          <p:nvPr>
            <p:ph type="title" hasCustomPrompt="1"/>
          </p:nvPr>
        </p:nvSpPr>
        <p:spPr/>
        <p:txBody>
          <a:bodyPr/>
          <a:lstStyle>
            <a:lvl1pPr>
              <a:defRPr>
                <a:latin typeface="+mj-lt"/>
              </a:defRPr>
            </a:lvl1pPr>
          </a:lstStyle>
          <a:p>
            <a:r>
              <a:rPr lang="en-US" dirty="0"/>
              <a:t>Click to edit page title</a:t>
            </a:r>
          </a:p>
        </p:txBody>
      </p:sp>
      <p:sp>
        <p:nvSpPr>
          <p:cNvPr id="3" name="Text Placeholder 2"/>
          <p:cNvSpPr>
            <a:spLocks noGrp="1"/>
          </p:cNvSpPr>
          <p:nvPr>
            <p:ph type="body" idx="1" hasCustomPrompt="1"/>
          </p:nvPr>
        </p:nvSpPr>
        <p:spPr>
          <a:xfrm>
            <a:off x="508000" y="1143000"/>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4" name="Content Placeholder 3"/>
          <p:cNvSpPr>
            <a:spLocks noGrp="1"/>
          </p:cNvSpPr>
          <p:nvPr>
            <p:ph sz="half" idx="2" hasCustomPrompt="1"/>
          </p:nvPr>
        </p:nvSpPr>
        <p:spPr>
          <a:xfrm>
            <a:off x="508000" y="1447800"/>
            <a:ext cx="34544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sp>
        <p:nvSpPr>
          <p:cNvPr id="8" name="Footer Placeholder 7"/>
          <p:cNvSpPr>
            <a:spLocks noGrp="1"/>
          </p:cNvSpPr>
          <p:nvPr>
            <p:ph type="ftr" sz="quarter" idx="11"/>
          </p:nvPr>
        </p:nvSpPr>
        <p:spPr/>
        <p:txBody>
          <a:bodyPr/>
          <a:lstStyle/>
          <a:p>
            <a:r>
              <a:rPr lang="en-US"/>
              <a:t>CTCI PowerPoint Master Deck</a:t>
            </a:r>
          </a:p>
        </p:txBody>
      </p:sp>
      <p:sp>
        <p:nvSpPr>
          <p:cNvPr id="9" name="Slide Number Placeholder 8"/>
          <p:cNvSpPr>
            <a:spLocks noGrp="1"/>
          </p:cNvSpPr>
          <p:nvPr>
            <p:ph type="sldNum" sz="quarter" idx="12"/>
          </p:nvPr>
        </p:nvSpPr>
        <p:spPr/>
        <p:txBody>
          <a:bodyPr/>
          <a:lstStyle/>
          <a:p>
            <a:fld id="{4C84CB74-A55E-7147-8750-455ACB87678C}" type="slidenum">
              <a:rPr lang="en-US" smtClean="0"/>
              <a:pPr/>
              <a:t>‹#›</a:t>
            </a:fld>
            <a:endParaRPr lang="en-US"/>
          </a:p>
        </p:txBody>
      </p:sp>
      <p:sp>
        <p:nvSpPr>
          <p:cNvPr id="10" name="Rectangle 9"/>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cxnSp>
        <p:nvCxnSpPr>
          <p:cNvPr id="13" name="Straight Connector 12"/>
          <p:cNvCxnSpPr/>
          <p:nvPr/>
        </p:nvCxnSpPr>
        <p:spPr>
          <a:xfrm>
            <a:off x="508000" y="1144588"/>
            <a:ext cx="345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 Placeholder 2"/>
          <p:cNvSpPr>
            <a:spLocks noGrp="1"/>
          </p:cNvSpPr>
          <p:nvPr>
            <p:ph type="body" idx="13" hasCustomPrompt="1"/>
          </p:nvPr>
        </p:nvSpPr>
        <p:spPr>
          <a:xfrm>
            <a:off x="4368800" y="1146176"/>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16" name="Content Placeholder 3"/>
          <p:cNvSpPr>
            <a:spLocks noGrp="1"/>
          </p:cNvSpPr>
          <p:nvPr>
            <p:ph sz="half" idx="14" hasCustomPrompt="1"/>
          </p:nvPr>
        </p:nvSpPr>
        <p:spPr>
          <a:xfrm>
            <a:off x="4368800" y="1450976"/>
            <a:ext cx="3454400" cy="2054224"/>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cxnSp>
        <p:nvCxnSpPr>
          <p:cNvPr id="17" name="Straight Connector 16"/>
          <p:cNvCxnSpPr/>
          <p:nvPr/>
        </p:nvCxnSpPr>
        <p:spPr>
          <a:xfrm>
            <a:off x="4368800" y="1147764"/>
            <a:ext cx="3454400" cy="1588"/>
          </a:xfrm>
          <a:prstGeom prst="line">
            <a:avLst/>
          </a:prstGeom>
        </p:spPr>
        <p:style>
          <a:lnRef idx="1">
            <a:schemeClr val="accent3"/>
          </a:lnRef>
          <a:fillRef idx="0">
            <a:schemeClr val="accent3"/>
          </a:fillRef>
          <a:effectRef idx="0">
            <a:schemeClr val="accent3"/>
          </a:effectRef>
          <a:fontRef idx="minor">
            <a:schemeClr val="tx1"/>
          </a:fontRef>
        </p:style>
      </p:cxnSp>
      <p:sp>
        <p:nvSpPr>
          <p:cNvPr id="18" name="Text Placeholder 2"/>
          <p:cNvSpPr>
            <a:spLocks noGrp="1"/>
          </p:cNvSpPr>
          <p:nvPr>
            <p:ph type="body" idx="15" hasCustomPrompt="1"/>
          </p:nvPr>
        </p:nvSpPr>
        <p:spPr>
          <a:xfrm>
            <a:off x="8229600" y="1143000"/>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19" name="Content Placeholder 3"/>
          <p:cNvSpPr>
            <a:spLocks noGrp="1"/>
          </p:cNvSpPr>
          <p:nvPr>
            <p:ph sz="half" idx="16" hasCustomPrompt="1"/>
          </p:nvPr>
        </p:nvSpPr>
        <p:spPr>
          <a:xfrm>
            <a:off x="8229600" y="1447800"/>
            <a:ext cx="34544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cxnSp>
        <p:nvCxnSpPr>
          <p:cNvPr id="20" name="Straight Connector 19"/>
          <p:cNvCxnSpPr/>
          <p:nvPr/>
        </p:nvCxnSpPr>
        <p:spPr>
          <a:xfrm>
            <a:off x="8229600" y="1144588"/>
            <a:ext cx="3454400" cy="1588"/>
          </a:xfrm>
          <a:prstGeom prst="line">
            <a:avLst/>
          </a:prstGeom>
        </p:spPr>
        <p:style>
          <a:lnRef idx="1">
            <a:schemeClr val="accent6"/>
          </a:lnRef>
          <a:fillRef idx="0">
            <a:schemeClr val="accent6"/>
          </a:fillRef>
          <a:effectRef idx="0">
            <a:schemeClr val="accent6"/>
          </a:effectRef>
          <a:fontRef idx="minor">
            <a:schemeClr val="tx1"/>
          </a:fontRef>
        </p:style>
      </p:cxnSp>
      <p:sp>
        <p:nvSpPr>
          <p:cNvPr id="21" name="Text Placeholder 2"/>
          <p:cNvSpPr>
            <a:spLocks noGrp="1"/>
          </p:cNvSpPr>
          <p:nvPr>
            <p:ph type="body" idx="17" hasCustomPrompt="1"/>
          </p:nvPr>
        </p:nvSpPr>
        <p:spPr>
          <a:xfrm>
            <a:off x="508000" y="3657600"/>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22" name="Content Placeholder 3"/>
          <p:cNvSpPr>
            <a:spLocks noGrp="1"/>
          </p:cNvSpPr>
          <p:nvPr>
            <p:ph sz="half" idx="18" hasCustomPrompt="1"/>
          </p:nvPr>
        </p:nvSpPr>
        <p:spPr>
          <a:xfrm>
            <a:off x="508000" y="3962400"/>
            <a:ext cx="34544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cxnSp>
        <p:nvCxnSpPr>
          <p:cNvPr id="23" name="Straight Connector 22"/>
          <p:cNvCxnSpPr/>
          <p:nvPr/>
        </p:nvCxnSpPr>
        <p:spPr>
          <a:xfrm>
            <a:off x="508000" y="3659188"/>
            <a:ext cx="3454400" cy="1588"/>
          </a:xfrm>
          <a:prstGeom prst="line">
            <a:avLst/>
          </a:prstGeom>
        </p:spPr>
        <p:style>
          <a:lnRef idx="1">
            <a:schemeClr val="accent2"/>
          </a:lnRef>
          <a:fillRef idx="0">
            <a:schemeClr val="accent2"/>
          </a:fillRef>
          <a:effectRef idx="0">
            <a:schemeClr val="accent2"/>
          </a:effectRef>
          <a:fontRef idx="minor">
            <a:schemeClr val="tx1"/>
          </a:fontRef>
        </p:style>
      </p:cxnSp>
      <p:sp>
        <p:nvSpPr>
          <p:cNvPr id="24" name="Text Placeholder 2"/>
          <p:cNvSpPr>
            <a:spLocks noGrp="1"/>
          </p:cNvSpPr>
          <p:nvPr>
            <p:ph type="body" idx="19" hasCustomPrompt="1"/>
          </p:nvPr>
        </p:nvSpPr>
        <p:spPr>
          <a:xfrm>
            <a:off x="4368800" y="3660776"/>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25" name="Content Placeholder 3"/>
          <p:cNvSpPr>
            <a:spLocks noGrp="1"/>
          </p:cNvSpPr>
          <p:nvPr>
            <p:ph sz="half" idx="20" hasCustomPrompt="1"/>
          </p:nvPr>
        </p:nvSpPr>
        <p:spPr>
          <a:xfrm>
            <a:off x="4368800" y="3965576"/>
            <a:ext cx="3454400" cy="2054224"/>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cxnSp>
        <p:nvCxnSpPr>
          <p:cNvPr id="26" name="Straight Connector 25"/>
          <p:cNvCxnSpPr/>
          <p:nvPr/>
        </p:nvCxnSpPr>
        <p:spPr>
          <a:xfrm>
            <a:off x="4368800" y="3662364"/>
            <a:ext cx="3454400" cy="1588"/>
          </a:xfrm>
          <a:prstGeom prst="line">
            <a:avLst/>
          </a:prstGeom>
        </p:spPr>
        <p:style>
          <a:lnRef idx="1">
            <a:schemeClr val="accent4"/>
          </a:lnRef>
          <a:fillRef idx="0">
            <a:schemeClr val="accent4"/>
          </a:fillRef>
          <a:effectRef idx="0">
            <a:schemeClr val="accent4"/>
          </a:effectRef>
          <a:fontRef idx="minor">
            <a:schemeClr val="tx1"/>
          </a:fontRef>
        </p:style>
      </p:cxnSp>
      <p:sp>
        <p:nvSpPr>
          <p:cNvPr id="27" name="Text Placeholder 2"/>
          <p:cNvSpPr>
            <a:spLocks noGrp="1"/>
          </p:cNvSpPr>
          <p:nvPr>
            <p:ph type="body" idx="21" hasCustomPrompt="1"/>
          </p:nvPr>
        </p:nvSpPr>
        <p:spPr>
          <a:xfrm>
            <a:off x="8229600" y="3657600"/>
            <a:ext cx="3454400" cy="304800"/>
          </a:xfrm>
        </p:spPr>
        <p:txBody>
          <a:bodyPr anchor="b">
            <a:normAutofit/>
          </a:bodyPr>
          <a:lstStyle>
            <a:lvl1pPr marL="0" indent="0">
              <a:buNone/>
              <a:defRPr sz="900" b="1">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box title</a:t>
            </a:r>
          </a:p>
        </p:txBody>
      </p:sp>
      <p:sp>
        <p:nvSpPr>
          <p:cNvPr id="28" name="Content Placeholder 3"/>
          <p:cNvSpPr>
            <a:spLocks noGrp="1"/>
          </p:cNvSpPr>
          <p:nvPr>
            <p:ph sz="half" idx="22" hasCustomPrompt="1"/>
          </p:nvPr>
        </p:nvSpPr>
        <p:spPr>
          <a:xfrm>
            <a:off x="8229600" y="3962400"/>
            <a:ext cx="3454400" cy="2057400"/>
          </a:xfrm>
        </p:spPr>
        <p:txBody>
          <a:bodyPr>
            <a:normAutofit/>
          </a:bodyPr>
          <a:lstStyle>
            <a:lvl1pPr marL="0" indent="0">
              <a:lnSpc>
                <a:spcPct val="110000"/>
              </a:lnSpc>
              <a:buFontTx/>
              <a:buNone/>
              <a:defRPr sz="1650" kern="1800" spc="-23">
                <a:solidFill>
                  <a:schemeClr val="bg1">
                    <a:lumMod val="50000"/>
                  </a:schemeClr>
                </a:solidFill>
                <a:latin typeface="+mn-lt"/>
              </a:defRPr>
            </a:lvl1pPr>
            <a:lvl2pPr marL="405000" indent="-135000">
              <a:buFontTx/>
              <a:buNone/>
              <a:defRPr sz="1200"/>
            </a:lvl2pPr>
            <a:lvl3pPr marL="675000" indent="-135000">
              <a:buFontTx/>
              <a:buNone/>
              <a:defRPr sz="1200"/>
            </a:lvl3pPr>
            <a:lvl4pPr marL="945000" indent="-135000">
              <a:buFontTx/>
              <a:buNone/>
              <a:defRPr sz="1200"/>
            </a:lvl4pPr>
            <a:lvl5pPr marL="1215000" indent="-135000">
              <a:buFontTx/>
              <a:buNone/>
              <a:defRPr sz="1200"/>
            </a:lvl5pPr>
            <a:lvl6pPr>
              <a:defRPr sz="1200"/>
            </a:lvl6pPr>
            <a:lvl7pPr>
              <a:defRPr sz="1200"/>
            </a:lvl7pPr>
            <a:lvl8pPr>
              <a:defRPr sz="1200"/>
            </a:lvl8pPr>
            <a:lvl9pPr>
              <a:defRPr sz="1200"/>
            </a:lvl9pPr>
          </a:lstStyle>
          <a:p>
            <a:pPr lvl="0"/>
            <a:r>
              <a:rPr lang="en-US" dirty="0"/>
              <a:t>Click to edit content</a:t>
            </a:r>
          </a:p>
        </p:txBody>
      </p:sp>
      <p:cxnSp>
        <p:nvCxnSpPr>
          <p:cNvPr id="29" name="Straight Connector 28"/>
          <p:cNvCxnSpPr/>
          <p:nvPr/>
        </p:nvCxnSpPr>
        <p:spPr>
          <a:xfrm>
            <a:off x="8229600" y="3659188"/>
            <a:ext cx="3454400" cy="1588"/>
          </a:xfrm>
          <a:prstGeom prst="line">
            <a:avLst/>
          </a:prstGeom>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3723287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dirty="0"/>
              <a:t>Click to edit page title</a:t>
            </a:r>
          </a:p>
        </p:txBody>
      </p:sp>
      <p:sp>
        <p:nvSpPr>
          <p:cNvPr id="4" name="Footer Placeholder 3"/>
          <p:cNvSpPr>
            <a:spLocks noGrp="1"/>
          </p:cNvSpPr>
          <p:nvPr>
            <p:ph type="ftr" sz="quarter" idx="11"/>
          </p:nvPr>
        </p:nvSpPr>
        <p:spPr/>
        <p:txBody>
          <a:bodyPr/>
          <a:lstStyle/>
          <a:p>
            <a:r>
              <a:rPr lang="en-US"/>
              <a:t>CTCI PowerPoint Master Deck</a:t>
            </a:r>
          </a:p>
        </p:txBody>
      </p:sp>
      <p:sp>
        <p:nvSpPr>
          <p:cNvPr id="5" name="Slide Number Placeholder 4"/>
          <p:cNvSpPr>
            <a:spLocks noGrp="1"/>
          </p:cNvSpPr>
          <p:nvPr>
            <p:ph type="sldNum" sz="quarter" idx="12"/>
          </p:nvPr>
        </p:nvSpPr>
        <p:spPr/>
        <p:txBody>
          <a:bodyPr/>
          <a:lstStyle/>
          <a:p>
            <a:fld id="{4C84CB74-A55E-7147-8750-455ACB87678C}" type="slidenum">
              <a:rPr lang="en-US" smtClean="0"/>
              <a:pPr/>
              <a:t>‹#›</a:t>
            </a:fld>
            <a:endParaRPr lang="en-US"/>
          </a:p>
        </p:txBody>
      </p:sp>
      <p:sp>
        <p:nvSpPr>
          <p:cNvPr id="6" name="Rectangle 5"/>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374033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CTCI PowerPoint Master Deck</a:t>
            </a:r>
          </a:p>
        </p:txBody>
      </p:sp>
      <p:sp>
        <p:nvSpPr>
          <p:cNvPr id="4" name="Slide Number Placeholder 3"/>
          <p:cNvSpPr>
            <a:spLocks noGrp="1"/>
          </p:cNvSpPr>
          <p:nvPr>
            <p:ph type="sldNum" sz="quarter" idx="12"/>
          </p:nvPr>
        </p:nvSpPr>
        <p:spPr/>
        <p:txBody>
          <a:bodyPr/>
          <a:lstStyle/>
          <a:p>
            <a:fld id="{4C84CB74-A55E-7147-8750-455ACB87678C}" type="slidenum">
              <a:rPr lang="en-US" smtClean="0"/>
              <a:pPr/>
              <a:t>‹#›</a:t>
            </a:fld>
            <a:endParaRPr lang="en-US"/>
          </a:p>
        </p:txBody>
      </p:sp>
      <p:sp>
        <p:nvSpPr>
          <p:cNvPr id="5" name="Rectangle 4"/>
          <p:cNvSpPr/>
          <p:nvPr/>
        </p:nvSpPr>
        <p:spPr>
          <a:xfrm rot="10800000" flipV="1">
            <a:off x="1016000" y="6511316"/>
            <a:ext cx="3556000" cy="173124"/>
          </a:xfrm>
          <a:prstGeom prst="rect">
            <a:avLst/>
          </a:prstGeom>
        </p:spPr>
        <p:txBody>
          <a:bodyPr wrap="square" anchor="ctr">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Tree>
    <p:extLst>
      <p:ext uri="{BB962C8B-B14F-4D97-AF65-F5344CB8AC3E}">
        <p14:creationId xmlns:p14="http://schemas.microsoft.com/office/powerpoint/2010/main" val="2912097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and - Intro">
    <p:bg>
      <p:bgPr>
        <a:solidFill>
          <a:srgbClr val="FAA21B"/>
        </a:solidFill>
        <a:effectLst/>
      </p:bgPr>
    </p:bg>
    <p:spTree>
      <p:nvGrpSpPr>
        <p:cNvPr id="1" name=""/>
        <p:cNvGrpSpPr/>
        <p:nvPr/>
      </p:nvGrpSpPr>
      <p:grpSpPr>
        <a:xfrm>
          <a:off x="0" y="0"/>
          <a:ext cx="0" cy="0"/>
          <a:chOff x="0" y="0"/>
          <a:chExt cx="0" cy="0"/>
        </a:xfrm>
      </p:grpSpPr>
      <p:sp>
        <p:nvSpPr>
          <p:cNvPr id="10" name="Rectangle 9"/>
          <p:cNvSpPr/>
          <p:nvPr/>
        </p:nvSpPr>
        <p:spPr>
          <a:xfrm>
            <a:off x="10160000" y="6251786"/>
            <a:ext cx="1727200" cy="453814"/>
          </a:xfrm>
          <a:prstGeom prst="rect">
            <a:avLst/>
          </a:prstGeom>
          <a:solidFill>
            <a:srgbClr val="F58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 name="Title 1"/>
          <p:cNvSpPr>
            <a:spLocks noGrp="1"/>
          </p:cNvSpPr>
          <p:nvPr>
            <p:ph type="title" hasCustomPrompt="1"/>
          </p:nvPr>
        </p:nvSpPr>
        <p:spPr/>
        <p:txBody>
          <a:bodyPr/>
          <a:lstStyle>
            <a:lvl1pPr>
              <a:defRPr baseline="0">
                <a:solidFill>
                  <a:schemeClr val="bg1"/>
                </a:solidFill>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lvl1pPr>
              <a:defRPr>
                <a:solidFill>
                  <a:schemeClr val="bg1"/>
                </a:solidFill>
              </a:defRPr>
            </a:lvl1p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6" name="Text Placeholder 5"/>
          <p:cNvSpPr>
            <a:spLocks noGrp="1"/>
          </p:cNvSpPr>
          <p:nvPr>
            <p:ph type="body" sz="quarter" idx="12" hasCustomPrompt="1"/>
          </p:nvPr>
        </p:nvSpPr>
        <p:spPr>
          <a:xfrm>
            <a:off x="406400" y="990600"/>
            <a:ext cx="9855200" cy="4953000"/>
          </a:xfrm>
        </p:spPr>
        <p:txBody>
          <a:bodyPr>
            <a:noAutofit/>
          </a:bodyPr>
          <a:lstStyle>
            <a:lvl1pPr marL="0" indent="0">
              <a:lnSpc>
                <a:spcPct val="110000"/>
              </a:lnSpc>
              <a:buFontTx/>
              <a:buNone/>
              <a:defRPr sz="2700" b="1" i="0" baseline="0">
                <a:latin typeface="+mn-lt"/>
              </a:defRPr>
            </a:lvl1pPr>
            <a:lvl2pPr>
              <a:buFontTx/>
              <a:buNone/>
              <a:defRPr sz="2700" b="1" i="0"/>
            </a:lvl2pPr>
            <a:lvl3pPr>
              <a:buFontTx/>
              <a:buNone/>
              <a:defRPr sz="2700" b="1" i="0"/>
            </a:lvl3pPr>
            <a:lvl4pPr>
              <a:buFontTx/>
              <a:buNone/>
              <a:defRPr sz="2700" b="1" i="0"/>
            </a:lvl4pPr>
            <a:lvl5pPr>
              <a:buFontTx/>
              <a:buNone/>
              <a:defRPr sz="2700" b="1" i="0"/>
            </a:lvl5pPr>
          </a:lstStyle>
          <a:p>
            <a:pPr lvl="0"/>
            <a:r>
              <a:rPr lang="en-US" dirty="0"/>
              <a:t>This area is ideal for making a strong statement or calling out some important facts.</a:t>
            </a:r>
          </a:p>
        </p:txBody>
      </p:sp>
      <p:pic>
        <p:nvPicPr>
          <p:cNvPr id="9" name="Picture 8" descr="Logo_no-slogan-white.png"/>
          <p:cNvPicPr>
            <a:picLocks noChangeAspect="1"/>
          </p:cNvPicPr>
          <p:nvPr/>
        </p:nvPicPr>
        <p:blipFill>
          <a:blip r:embed="rId2"/>
          <a:stretch>
            <a:fillRect/>
          </a:stretch>
        </p:blipFill>
        <p:spPr>
          <a:xfrm>
            <a:off x="10363200" y="6251789"/>
            <a:ext cx="1422400" cy="403013"/>
          </a:xfrm>
          <a:prstGeom prst="rect">
            <a:avLst/>
          </a:prstGeom>
        </p:spPr>
      </p:pic>
      <p:sp>
        <p:nvSpPr>
          <p:cNvPr id="8" name="Rectangle 7"/>
          <p:cNvSpPr/>
          <p:nvPr/>
        </p:nvSpPr>
        <p:spPr>
          <a:xfrm rot="10800000" flipV="1">
            <a:off x="1016000" y="6511316"/>
            <a:ext cx="3556000" cy="173124"/>
          </a:xfrm>
          <a:prstGeom prst="rect">
            <a:avLst/>
          </a:prstGeom>
        </p:spPr>
        <p:txBody>
          <a:bodyPr wrap="square" anchor="ctr">
            <a:spAutoFit/>
          </a:bodyPr>
          <a:lstStyle/>
          <a:p>
            <a:pPr algn="l"/>
            <a:r>
              <a:rPr lang="en-US" sz="525">
                <a:solidFill>
                  <a:srgbClr val="282828"/>
                </a:solidFill>
              </a:rPr>
              <a:t>Copyright © 2016</a:t>
            </a:r>
            <a:r>
              <a:rPr lang="en-US" sz="525" baseline="0">
                <a:solidFill>
                  <a:srgbClr val="282828"/>
                </a:solidFill>
              </a:rPr>
              <a:t> </a:t>
            </a:r>
            <a:r>
              <a:rPr lang="en-US" sz="525">
                <a:solidFill>
                  <a:srgbClr val="282828"/>
                </a:solidFill>
              </a:rPr>
              <a:t>CTCI All Rights Reserved.</a:t>
            </a:r>
          </a:p>
        </p:txBody>
      </p:sp>
    </p:spTree>
    <p:extLst>
      <p:ext uri="{BB962C8B-B14F-4D97-AF65-F5344CB8AC3E}">
        <p14:creationId xmlns:p14="http://schemas.microsoft.com/office/powerpoint/2010/main" val="75105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and - Content">
    <p:bg>
      <p:bgPr>
        <a:solidFill>
          <a:srgbClr val="FAA21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latin typeface="+mj-lt"/>
              </a:defRPr>
            </a:lvl1pPr>
          </a:lstStyle>
          <a:p>
            <a:r>
              <a:rPr lang="en-US" dirty="0"/>
              <a:t>Click to edit page title</a:t>
            </a:r>
          </a:p>
        </p:txBody>
      </p:sp>
      <p:sp>
        <p:nvSpPr>
          <p:cNvPr id="3" name="Footer Placeholder 2"/>
          <p:cNvSpPr>
            <a:spLocks noGrp="1"/>
          </p:cNvSpPr>
          <p:nvPr>
            <p:ph type="ftr" sz="quarter" idx="10"/>
          </p:nvPr>
        </p:nvSpPr>
        <p:spPr/>
        <p:txBody>
          <a:bodyPr/>
          <a:lstStyle>
            <a:lvl1pPr>
              <a:defRPr>
                <a:solidFill>
                  <a:schemeClr val="bg1"/>
                </a:solidFill>
              </a:defRPr>
            </a:lvl1pPr>
          </a:lstStyle>
          <a:p>
            <a:r>
              <a:rPr lang="en-US"/>
              <a:t>CTCI PowerPoint Master Deck</a:t>
            </a:r>
          </a:p>
        </p:txBody>
      </p:sp>
      <p:sp>
        <p:nvSpPr>
          <p:cNvPr id="4" name="Slide Number Placeholder 3"/>
          <p:cNvSpPr>
            <a:spLocks noGrp="1"/>
          </p:cNvSpPr>
          <p:nvPr>
            <p:ph type="sldNum" sz="quarter" idx="11"/>
          </p:nvPr>
        </p:nvSpPr>
        <p:spPr/>
        <p:txBody>
          <a:bodyPr/>
          <a:lstStyle/>
          <a:p>
            <a:fld id="{4C84CB74-A55E-7147-8750-455ACB87678C}" type="slidenum">
              <a:rPr lang="en-US" smtClean="0"/>
              <a:pPr/>
              <a:t>‹#›</a:t>
            </a:fld>
            <a:endParaRPr lang="en-US"/>
          </a:p>
        </p:txBody>
      </p:sp>
      <p:sp>
        <p:nvSpPr>
          <p:cNvPr id="6" name="Content Placeholder 5"/>
          <p:cNvSpPr>
            <a:spLocks noGrp="1"/>
          </p:cNvSpPr>
          <p:nvPr>
            <p:ph sz="quarter" idx="12" hasCustomPrompt="1"/>
          </p:nvPr>
        </p:nvSpPr>
        <p:spPr>
          <a:xfrm>
            <a:off x="406400" y="990600"/>
            <a:ext cx="11277600" cy="5105400"/>
          </a:xfrm>
        </p:spPr>
        <p:txBody>
          <a:bodyPr/>
          <a:lstStyle>
            <a:lvl1pPr marL="0" indent="0">
              <a:lnSpc>
                <a:spcPct val="120000"/>
              </a:lnSpc>
              <a:buFontTx/>
              <a:buNone/>
              <a:defRPr>
                <a:latin typeface="+mn-lt"/>
              </a:defRPr>
            </a:lvl1pPr>
            <a:lvl2pPr>
              <a:buFontTx/>
              <a:buNone/>
              <a:defRPr/>
            </a:lvl2pPr>
            <a:lvl3pPr>
              <a:buFontTx/>
              <a:buNone/>
              <a:defRPr/>
            </a:lvl3pPr>
            <a:lvl4pPr>
              <a:buFontTx/>
              <a:buNone/>
              <a:defRPr/>
            </a:lvl4pPr>
            <a:lvl5pPr>
              <a:buFontTx/>
              <a:buNone/>
              <a:defRPr/>
            </a:lvl5pPr>
          </a:lstStyle>
          <a:p>
            <a:pPr lvl="0"/>
            <a:r>
              <a:rPr lang="en-US" dirty="0"/>
              <a:t>Click to edit content</a:t>
            </a:r>
          </a:p>
        </p:txBody>
      </p:sp>
      <p:sp>
        <p:nvSpPr>
          <p:cNvPr id="7" name="Rectangle 6"/>
          <p:cNvSpPr/>
          <p:nvPr/>
        </p:nvSpPr>
        <p:spPr>
          <a:xfrm>
            <a:off x="10160000" y="6251786"/>
            <a:ext cx="1727200" cy="453814"/>
          </a:xfrm>
          <a:prstGeom prst="rect">
            <a:avLst/>
          </a:prstGeom>
          <a:solidFill>
            <a:srgbClr val="F58F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8" name="Picture 7" descr="Logo_no-slogan-white.png"/>
          <p:cNvPicPr>
            <a:picLocks noChangeAspect="1"/>
          </p:cNvPicPr>
          <p:nvPr/>
        </p:nvPicPr>
        <p:blipFill>
          <a:blip r:embed="rId2"/>
          <a:stretch>
            <a:fillRect/>
          </a:stretch>
        </p:blipFill>
        <p:spPr>
          <a:xfrm>
            <a:off x="10363200" y="6251789"/>
            <a:ext cx="1422400" cy="403013"/>
          </a:xfrm>
          <a:prstGeom prst="rect">
            <a:avLst/>
          </a:prstGeom>
        </p:spPr>
      </p:pic>
      <p:sp>
        <p:nvSpPr>
          <p:cNvPr id="9" name="Rectangle 8"/>
          <p:cNvSpPr/>
          <p:nvPr/>
        </p:nvSpPr>
        <p:spPr>
          <a:xfrm rot="10800000" flipV="1">
            <a:off x="1016000" y="6511316"/>
            <a:ext cx="3556000" cy="173124"/>
          </a:xfrm>
          <a:prstGeom prst="rect">
            <a:avLst/>
          </a:prstGeom>
        </p:spPr>
        <p:txBody>
          <a:bodyPr wrap="square" anchor="ctr">
            <a:spAutoFit/>
          </a:bodyPr>
          <a:lstStyle/>
          <a:p>
            <a:pPr algn="l"/>
            <a:r>
              <a:rPr lang="en-US" sz="525">
                <a:solidFill>
                  <a:srgbClr val="282828"/>
                </a:solidFill>
              </a:rPr>
              <a:t>Copyright © 2016</a:t>
            </a:r>
            <a:r>
              <a:rPr lang="en-US" sz="525" baseline="0">
                <a:solidFill>
                  <a:srgbClr val="282828"/>
                </a:solidFill>
              </a:rPr>
              <a:t> </a:t>
            </a:r>
            <a:r>
              <a:rPr lang="en-US" sz="525">
                <a:solidFill>
                  <a:srgbClr val="282828"/>
                </a:solidFill>
              </a:rPr>
              <a:t>CTCI All Rights Reserved.</a:t>
            </a:r>
          </a:p>
        </p:txBody>
      </p:sp>
    </p:spTree>
    <p:extLst>
      <p:ext uri="{BB962C8B-B14F-4D97-AF65-F5344CB8AC3E}">
        <p14:creationId xmlns:p14="http://schemas.microsoft.com/office/powerpoint/2010/main" val="7995343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lors and Graphics">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CTCI PowerPoint Master Deck</a:t>
            </a:r>
          </a:p>
        </p:txBody>
      </p:sp>
      <p:sp>
        <p:nvSpPr>
          <p:cNvPr id="5" name="Slide Number Placeholder 4"/>
          <p:cNvSpPr>
            <a:spLocks noGrp="1"/>
          </p:cNvSpPr>
          <p:nvPr>
            <p:ph type="sldNum" sz="quarter" idx="12"/>
          </p:nvPr>
        </p:nvSpPr>
        <p:spPr/>
        <p:txBody>
          <a:bodyPr/>
          <a:lstStyle/>
          <a:p>
            <a:fld id="{4C84CB74-A55E-7147-8750-455ACB87678C}" type="slidenum">
              <a:rPr lang="en-US" smtClean="0"/>
              <a:pPr/>
              <a:t>‹#›</a:t>
            </a:fld>
            <a:endParaRPr lang="en-US"/>
          </a:p>
        </p:txBody>
      </p:sp>
      <p:sp>
        <p:nvSpPr>
          <p:cNvPr id="6" name="Rectangle 5"/>
          <p:cNvSpPr/>
          <p:nvPr/>
        </p:nvSpPr>
        <p:spPr>
          <a:xfrm rot="10800000" flipV="1">
            <a:off x="1016000" y="6511316"/>
            <a:ext cx="3556000" cy="173124"/>
          </a:xfrm>
          <a:prstGeom prst="rect">
            <a:avLst/>
          </a:prstGeom>
        </p:spPr>
        <p:txBody>
          <a:bodyPr wrap="square" anchor="b">
            <a:spAutoFit/>
          </a:bodyPr>
          <a:lstStyle/>
          <a:p>
            <a:pPr algn="l"/>
            <a:r>
              <a:rPr lang="en-US" sz="525">
                <a:solidFill>
                  <a:srgbClr val="A6A6A6"/>
                </a:solidFill>
              </a:rPr>
              <a:t>Copyright © 2016</a:t>
            </a:r>
            <a:r>
              <a:rPr lang="en-US" sz="525" baseline="0">
                <a:solidFill>
                  <a:srgbClr val="A6A6A6"/>
                </a:solidFill>
              </a:rPr>
              <a:t> </a:t>
            </a:r>
            <a:r>
              <a:rPr lang="en-US" sz="525">
                <a:solidFill>
                  <a:srgbClr val="A6A6A6"/>
                </a:solidFill>
              </a:rPr>
              <a:t>CTCI All Rights Reserved.</a:t>
            </a:r>
          </a:p>
        </p:txBody>
      </p:sp>
      <p:sp>
        <p:nvSpPr>
          <p:cNvPr id="7" name="Rectangle 6"/>
          <p:cNvSpPr/>
          <p:nvPr/>
        </p:nvSpPr>
        <p:spPr>
          <a:xfrm>
            <a:off x="609600" y="826532"/>
            <a:ext cx="1117600" cy="838200"/>
          </a:xfrm>
          <a:prstGeom prst="rect">
            <a:avLst/>
          </a:prstGeom>
          <a:solidFill>
            <a:srgbClr val="F79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8" name="Rectangle 7"/>
          <p:cNvSpPr/>
          <p:nvPr/>
        </p:nvSpPr>
        <p:spPr>
          <a:xfrm>
            <a:off x="1828800" y="826532"/>
            <a:ext cx="1117600" cy="838200"/>
          </a:xfrm>
          <a:prstGeom prst="rect">
            <a:avLst/>
          </a:prstGeom>
          <a:solidFill>
            <a:srgbClr val="28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9" name="Rectangle 8"/>
          <p:cNvSpPr/>
          <p:nvPr/>
        </p:nvSpPr>
        <p:spPr>
          <a:xfrm>
            <a:off x="3759200" y="826532"/>
            <a:ext cx="1117600" cy="83820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0" name="Rectangle 9"/>
          <p:cNvSpPr/>
          <p:nvPr/>
        </p:nvSpPr>
        <p:spPr>
          <a:xfrm>
            <a:off x="4978400" y="826532"/>
            <a:ext cx="1117600" cy="838200"/>
          </a:xfrm>
          <a:prstGeom prst="rect">
            <a:avLst/>
          </a:prstGeom>
          <a:solidFill>
            <a:srgbClr val="9696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1" name="Rectangle 10"/>
          <p:cNvSpPr/>
          <p:nvPr/>
        </p:nvSpPr>
        <p:spPr>
          <a:xfrm>
            <a:off x="6197600" y="826532"/>
            <a:ext cx="1117600" cy="838200"/>
          </a:xfrm>
          <a:prstGeom prst="rect">
            <a:avLst/>
          </a:prstGeom>
          <a:solidFill>
            <a:srgbClr val="D2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2" name="Rectangle 11"/>
          <p:cNvSpPr/>
          <p:nvPr/>
        </p:nvSpPr>
        <p:spPr>
          <a:xfrm>
            <a:off x="7416800" y="826532"/>
            <a:ext cx="1117600" cy="838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3" name="Rectangle 12"/>
          <p:cNvSpPr/>
          <p:nvPr/>
        </p:nvSpPr>
        <p:spPr>
          <a:xfrm flipH="1">
            <a:off x="7924800" y="2579132"/>
            <a:ext cx="812800" cy="609600"/>
          </a:xfrm>
          <a:prstGeom prst="rect">
            <a:avLst/>
          </a:prstGeom>
          <a:solidFill>
            <a:srgbClr val="1068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4" name="Rectangle 13"/>
          <p:cNvSpPr/>
          <p:nvPr/>
        </p:nvSpPr>
        <p:spPr>
          <a:xfrm flipH="1">
            <a:off x="8839200" y="2579132"/>
            <a:ext cx="812800" cy="609600"/>
          </a:xfrm>
          <a:prstGeom prst="rect">
            <a:avLst/>
          </a:prstGeom>
          <a:solidFill>
            <a:srgbClr val="1B9F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5" name="Rectangle 14"/>
          <p:cNvSpPr/>
          <p:nvPr/>
        </p:nvSpPr>
        <p:spPr>
          <a:xfrm flipH="1">
            <a:off x="9753600" y="2579132"/>
            <a:ext cx="812800" cy="609600"/>
          </a:xfrm>
          <a:prstGeom prst="rect">
            <a:avLst/>
          </a:prstGeom>
          <a:solidFill>
            <a:srgbClr val="94C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6" name="Rectangle 15"/>
          <p:cNvSpPr/>
          <p:nvPr/>
        </p:nvSpPr>
        <p:spPr>
          <a:xfrm flipH="1">
            <a:off x="10668000" y="2579132"/>
            <a:ext cx="812800" cy="609600"/>
          </a:xfrm>
          <a:prstGeom prst="rect">
            <a:avLst/>
          </a:prstGeom>
          <a:solidFill>
            <a:srgbClr val="D5DF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7" name="Rectangle 16"/>
          <p:cNvSpPr/>
          <p:nvPr/>
        </p:nvSpPr>
        <p:spPr>
          <a:xfrm flipH="1">
            <a:off x="609600" y="2579132"/>
            <a:ext cx="812800" cy="609600"/>
          </a:xfrm>
          <a:prstGeom prst="rect">
            <a:avLst/>
          </a:prstGeom>
          <a:solidFill>
            <a:srgbClr val="FFF4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8" name="Rectangle 17"/>
          <p:cNvSpPr/>
          <p:nvPr/>
        </p:nvSpPr>
        <p:spPr>
          <a:xfrm flipH="1">
            <a:off x="1524000" y="2579132"/>
            <a:ext cx="812800" cy="609600"/>
          </a:xfrm>
          <a:prstGeom prst="rect">
            <a:avLst/>
          </a:prstGeom>
          <a:solidFill>
            <a:srgbClr val="FFDD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9" name="Rectangle 18"/>
          <p:cNvSpPr/>
          <p:nvPr/>
        </p:nvSpPr>
        <p:spPr>
          <a:xfrm flipH="1">
            <a:off x="2438400" y="2579132"/>
            <a:ext cx="812800" cy="609600"/>
          </a:xfrm>
          <a:prstGeom prst="rect">
            <a:avLst/>
          </a:prstGeom>
          <a:solidFill>
            <a:srgbClr val="FCB8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0" name="Rectangle 19"/>
          <p:cNvSpPr/>
          <p:nvPr/>
        </p:nvSpPr>
        <p:spPr>
          <a:xfrm flipH="1">
            <a:off x="5181600" y="2579132"/>
            <a:ext cx="812800" cy="609600"/>
          </a:xfrm>
          <a:prstGeom prst="rect">
            <a:avLst/>
          </a:prstGeom>
          <a:solidFill>
            <a:srgbClr val="E55A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1" name="Rectangle 20"/>
          <p:cNvSpPr/>
          <p:nvPr/>
        </p:nvSpPr>
        <p:spPr>
          <a:xfrm flipH="1">
            <a:off x="6096000" y="2579132"/>
            <a:ext cx="812800" cy="609600"/>
          </a:xfrm>
          <a:prstGeom prst="rect">
            <a:avLst/>
          </a:prstGeom>
          <a:solidFill>
            <a:srgbClr val="9F47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2" name="Rectangle 21"/>
          <p:cNvSpPr/>
          <p:nvPr/>
        </p:nvSpPr>
        <p:spPr>
          <a:xfrm flipH="1">
            <a:off x="7010400" y="2579132"/>
            <a:ext cx="812800" cy="609600"/>
          </a:xfrm>
          <a:prstGeom prst="rect">
            <a:avLst/>
          </a:prstGeom>
          <a:solidFill>
            <a:srgbClr val="6E4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3" name="Rectangle 22"/>
          <p:cNvSpPr/>
          <p:nvPr/>
        </p:nvSpPr>
        <p:spPr>
          <a:xfrm flipH="1">
            <a:off x="3352800" y="2579132"/>
            <a:ext cx="812800" cy="609600"/>
          </a:xfrm>
          <a:prstGeom prst="rect">
            <a:avLst/>
          </a:prstGeom>
          <a:solidFill>
            <a:srgbClr val="F58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4" name="Rectangle 23"/>
          <p:cNvSpPr/>
          <p:nvPr/>
        </p:nvSpPr>
        <p:spPr>
          <a:xfrm flipH="1">
            <a:off x="4267200" y="2579132"/>
            <a:ext cx="812800" cy="609600"/>
          </a:xfrm>
          <a:prstGeom prst="rect">
            <a:avLst/>
          </a:prstGeom>
          <a:solidFill>
            <a:srgbClr val="F26F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5" name="Rectangle 24"/>
          <p:cNvSpPr/>
          <p:nvPr/>
        </p:nvSpPr>
        <p:spPr>
          <a:xfrm>
            <a:off x="406402" y="304800"/>
            <a:ext cx="1752403" cy="300082"/>
          </a:xfrm>
          <a:prstGeom prst="rect">
            <a:avLst/>
          </a:prstGeom>
        </p:spPr>
        <p:txBody>
          <a:bodyPr wrap="none">
            <a:spAutoFit/>
          </a:bodyPr>
          <a:lstStyle/>
          <a:p>
            <a:r>
              <a:rPr lang="en-US" sz="1350"/>
              <a:t>Primary Brand Color</a:t>
            </a:r>
          </a:p>
        </p:txBody>
      </p:sp>
      <p:sp>
        <p:nvSpPr>
          <p:cNvPr id="26" name="Rectangle 25"/>
          <p:cNvSpPr/>
          <p:nvPr/>
        </p:nvSpPr>
        <p:spPr>
          <a:xfrm>
            <a:off x="406400" y="2057400"/>
            <a:ext cx="1483098" cy="300082"/>
          </a:xfrm>
          <a:prstGeom prst="rect">
            <a:avLst/>
          </a:prstGeom>
        </p:spPr>
        <p:txBody>
          <a:bodyPr wrap="none">
            <a:spAutoFit/>
          </a:bodyPr>
          <a:lstStyle/>
          <a:p>
            <a:r>
              <a:rPr lang="en-US" sz="1350"/>
              <a:t>Supporting Color</a:t>
            </a:r>
          </a:p>
        </p:txBody>
      </p:sp>
      <p:sp>
        <p:nvSpPr>
          <p:cNvPr id="27" name="Hexagon 26"/>
          <p:cNvSpPr/>
          <p:nvPr/>
        </p:nvSpPr>
        <p:spPr>
          <a:xfrm rot="16200000">
            <a:off x="813353" y="4013754"/>
            <a:ext cx="1512076" cy="1738019"/>
          </a:xfrm>
          <a:prstGeom prst="hexag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8" name="Hexagon 27"/>
          <p:cNvSpPr/>
          <p:nvPr/>
        </p:nvSpPr>
        <p:spPr>
          <a:xfrm rot="16200000">
            <a:off x="3075270" y="4013754"/>
            <a:ext cx="1512076" cy="1738019"/>
          </a:xfrm>
          <a:prstGeom prst="hexagon">
            <a:avLst/>
          </a:prstGeom>
          <a:solidFill>
            <a:schemeClr val="bg1"/>
          </a:solidFill>
          <a:ln>
            <a:noFill/>
          </a:ln>
          <a:effectLst>
            <a:outerShdw blurRad="38100" dist="254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29" name="Rectangle 28"/>
          <p:cNvSpPr/>
          <p:nvPr/>
        </p:nvSpPr>
        <p:spPr>
          <a:xfrm>
            <a:off x="5384800" y="4126724"/>
            <a:ext cx="2540000" cy="1441448"/>
          </a:xfrm>
          <a:prstGeom prst="rect">
            <a:avLst/>
          </a:prstGeom>
          <a:solidFill>
            <a:srgbClr val="FF9B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1" name="Rectangle 30"/>
          <p:cNvSpPr/>
          <p:nvPr/>
        </p:nvSpPr>
        <p:spPr>
          <a:xfrm>
            <a:off x="8483600" y="4126724"/>
            <a:ext cx="2540000" cy="1441448"/>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33" name="Rectangle 32"/>
          <p:cNvSpPr/>
          <p:nvPr/>
        </p:nvSpPr>
        <p:spPr>
          <a:xfrm>
            <a:off x="406402" y="3647148"/>
            <a:ext cx="684803" cy="300082"/>
          </a:xfrm>
          <a:prstGeom prst="rect">
            <a:avLst/>
          </a:prstGeom>
        </p:spPr>
        <p:txBody>
          <a:bodyPr wrap="none">
            <a:spAutoFit/>
          </a:bodyPr>
          <a:lstStyle/>
          <a:p>
            <a:r>
              <a:rPr lang="en-US" sz="1350"/>
              <a:t>Shape</a:t>
            </a:r>
          </a:p>
        </p:txBody>
      </p:sp>
    </p:spTree>
    <p:extLst>
      <p:ext uri="{BB962C8B-B14F-4D97-AF65-F5344CB8AC3E}">
        <p14:creationId xmlns:p14="http://schemas.microsoft.com/office/powerpoint/2010/main" val="2644609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6" name="Rectangle 5"/>
          <p:cNvSpPr/>
          <p:nvPr userDrawn="1"/>
        </p:nvSpPr>
        <p:spPr>
          <a:xfrm rot="10800000" flipV="1">
            <a:off x="335361" y="6111446"/>
            <a:ext cx="4076700" cy="307777"/>
          </a:xfrm>
          <a:prstGeom prst="rect">
            <a:avLst/>
          </a:prstGeom>
        </p:spPr>
        <p:txBody>
          <a:bodyPr wrap="square" anchor="ctr">
            <a:spAutoFit/>
          </a:bodyPr>
          <a:lstStyle/>
          <a:p>
            <a:pPr algn="l"/>
            <a:r>
              <a:rPr lang="en-US" altLang="zh-TW" sz="1400" dirty="0">
                <a:solidFill>
                  <a:schemeClr val="tx1">
                    <a:lumMod val="75000"/>
                    <a:lumOff val="25000"/>
                  </a:schemeClr>
                </a:solidFill>
              </a:rPr>
              <a:t>*Reference</a:t>
            </a:r>
            <a:r>
              <a:rPr lang="zh-TW" altLang="en-US" sz="1400" dirty="0">
                <a:solidFill>
                  <a:schemeClr val="tx1">
                    <a:lumMod val="75000"/>
                    <a:lumOff val="25000"/>
                  </a:schemeClr>
                </a:solidFill>
              </a:rPr>
              <a:t>：</a:t>
            </a:r>
          </a:p>
        </p:txBody>
      </p:sp>
      <p:sp>
        <p:nvSpPr>
          <p:cNvPr id="8" name="Text Placeholder 2"/>
          <p:cNvSpPr>
            <a:spLocks noGrp="1"/>
          </p:cNvSpPr>
          <p:nvPr>
            <p:ph idx="1"/>
          </p:nvPr>
        </p:nvSpPr>
        <p:spPr>
          <a:xfrm>
            <a:off x="2210070" y="1695934"/>
            <a:ext cx="9019365" cy="4303584"/>
          </a:xfrm>
          <a:prstGeom prst="rect">
            <a:avLst/>
          </a:prstGeom>
        </p:spPr>
        <p:txBody>
          <a:bodyPr vert="horz" lIns="91440" tIns="45720" rIns="91440" bIns="45720" rtlCol="0">
            <a:normAutofit/>
          </a:bodyPr>
          <a:lstStyle/>
          <a:p>
            <a:pPr lvl="0"/>
            <a:endParaRPr lang="en-US" dirty="0"/>
          </a:p>
        </p:txBody>
      </p:sp>
      <p:sp>
        <p:nvSpPr>
          <p:cNvPr id="9" name="Title Placeholder 1">
            <a:extLst>
              <a:ext uri="{FF2B5EF4-FFF2-40B4-BE49-F238E27FC236}">
                <a16:creationId xmlns:a16="http://schemas.microsoft.com/office/drawing/2014/main" id="{048A641F-6B40-4CAC-BBE9-8CA1DD0C47D7}"/>
              </a:ext>
            </a:extLst>
          </p:cNvPr>
          <p:cNvSpPr>
            <a:spLocks noGrp="1"/>
          </p:cNvSpPr>
          <p:nvPr>
            <p:ph type="title"/>
          </p:nvPr>
        </p:nvSpPr>
        <p:spPr>
          <a:xfrm>
            <a:off x="2205269" y="633198"/>
            <a:ext cx="9237133" cy="685799"/>
          </a:xfrm>
          <a:prstGeom prst="rect">
            <a:avLst/>
          </a:prstGeom>
        </p:spPr>
        <p:txBody>
          <a:bodyPr vert="horz" lIns="91440" tIns="45720" rIns="91440" bIns="45720" rtlCol="0" anchor="ctr" anchorCtr="0">
            <a:normAutofit/>
          </a:bodyPr>
          <a:lstStyle/>
          <a:p>
            <a:r>
              <a:rPr lang="zh-TW" altLang="en-US" dirty="0"/>
              <a:t>按一下以編輯母片標題樣式</a:t>
            </a:r>
            <a:endParaRPr lang="en-US" dirty="0"/>
          </a:p>
        </p:txBody>
      </p:sp>
    </p:spTree>
    <p:extLst>
      <p:ext uri="{BB962C8B-B14F-4D97-AF65-F5344CB8AC3E}">
        <p14:creationId xmlns:p14="http://schemas.microsoft.com/office/powerpoint/2010/main" val="37652941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標題及物件">
    <p:spTree>
      <p:nvGrpSpPr>
        <p:cNvPr id="1" name=""/>
        <p:cNvGrpSpPr/>
        <p:nvPr/>
      </p:nvGrpSpPr>
      <p:grpSpPr>
        <a:xfrm>
          <a:off x="0" y="0"/>
          <a:ext cx="0" cy="0"/>
          <a:chOff x="0" y="0"/>
          <a:chExt cx="0" cy="0"/>
        </a:xfrm>
      </p:grpSpPr>
      <p:sp>
        <p:nvSpPr>
          <p:cNvPr id="6" name="Rectangle 5"/>
          <p:cNvSpPr/>
          <p:nvPr userDrawn="1"/>
        </p:nvSpPr>
        <p:spPr>
          <a:xfrm rot="10800000" flipV="1">
            <a:off x="335360" y="6381328"/>
            <a:ext cx="4076700" cy="307777"/>
          </a:xfrm>
          <a:prstGeom prst="rect">
            <a:avLst/>
          </a:prstGeom>
        </p:spPr>
        <p:txBody>
          <a:bodyPr wrap="square" anchor="ctr">
            <a:spAutoFit/>
          </a:bodyPr>
          <a:lstStyle/>
          <a:p>
            <a:r>
              <a:rPr lang="en-US" altLang="zh-TW" sz="1400" dirty="0">
                <a:solidFill>
                  <a:srgbClr val="212121">
                    <a:lumMod val="75000"/>
                    <a:lumOff val="25000"/>
                  </a:srgbClr>
                </a:solidFill>
              </a:rPr>
              <a:t>*Reference</a:t>
            </a:r>
            <a:r>
              <a:rPr lang="zh-TW" altLang="en-US" sz="1400" dirty="0">
                <a:solidFill>
                  <a:srgbClr val="212121">
                    <a:lumMod val="75000"/>
                    <a:lumOff val="25000"/>
                  </a:srgbClr>
                </a:solidFill>
              </a:rPr>
              <a:t>：</a:t>
            </a:r>
          </a:p>
        </p:txBody>
      </p:sp>
      <p:sp>
        <p:nvSpPr>
          <p:cNvPr id="3" name="內容版面配置區 2"/>
          <p:cNvSpPr>
            <a:spLocks noGrp="1"/>
          </p:cNvSpPr>
          <p:nvPr>
            <p:ph sz="quarter" idx="10"/>
          </p:nvPr>
        </p:nvSpPr>
        <p:spPr>
          <a:xfrm>
            <a:off x="2241951" y="1773238"/>
            <a:ext cx="8641357" cy="4104034"/>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3806048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06400" y="304804"/>
            <a:ext cx="11277600" cy="685799"/>
          </a:xfrm>
          <a:prstGeom prst="rect">
            <a:avLst/>
          </a:prstGeom>
        </p:spPr>
        <p:txBody>
          <a:bodyPr vert="horz" lIns="91440" tIns="45720" rIns="91440" bIns="45720" rtlCol="0" anchor="ctr" anchorCtr="0">
            <a:normAutofit/>
          </a:bodyPr>
          <a:lstStyle/>
          <a:p>
            <a:r>
              <a:rPr lang="zh-TW" altLang="en-US" dirty="0"/>
              <a:t>按一下以編輯母片標題樣式</a:t>
            </a:r>
            <a:endParaRPr lang="en-US" dirty="0"/>
          </a:p>
        </p:txBody>
      </p:sp>
      <p:sp>
        <p:nvSpPr>
          <p:cNvPr id="3" name="Text Placeholder 2"/>
          <p:cNvSpPr>
            <a:spLocks noGrp="1"/>
          </p:cNvSpPr>
          <p:nvPr>
            <p:ph type="body" idx="1"/>
          </p:nvPr>
        </p:nvSpPr>
        <p:spPr>
          <a:xfrm>
            <a:off x="406400" y="990600"/>
            <a:ext cx="11277600" cy="5029201"/>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Footer Placeholder 4"/>
          <p:cNvSpPr>
            <a:spLocks noGrp="1"/>
          </p:cNvSpPr>
          <p:nvPr>
            <p:ph type="ftr" sz="quarter" idx="3"/>
          </p:nvPr>
        </p:nvSpPr>
        <p:spPr>
          <a:xfrm>
            <a:off x="6502400" y="3"/>
            <a:ext cx="5283200" cy="304801"/>
          </a:xfrm>
          <a:prstGeom prst="rect">
            <a:avLst/>
          </a:prstGeom>
        </p:spPr>
        <p:txBody>
          <a:bodyPr vert="horz" lIns="91440" tIns="45720" rIns="91440" bIns="45720" rtlCol="0" anchor="b" anchorCtr="0"/>
          <a:lstStyle>
            <a:lvl1pPr algn="r">
              <a:defRPr sz="750">
                <a:solidFill>
                  <a:schemeClr val="bg1">
                    <a:lumMod val="50000"/>
                  </a:schemeClr>
                </a:solidFill>
              </a:defRPr>
            </a:lvl1pPr>
          </a:lstStyle>
          <a:p>
            <a:r>
              <a:rPr lang="en-US"/>
              <a:t>CTCI PowerPoint Master Deck</a:t>
            </a:r>
          </a:p>
        </p:txBody>
      </p:sp>
      <p:sp>
        <p:nvSpPr>
          <p:cNvPr id="6" name="Slide Number Placeholder 5"/>
          <p:cNvSpPr>
            <a:spLocks noGrp="1"/>
          </p:cNvSpPr>
          <p:nvPr>
            <p:ph type="sldNum" sz="quarter" idx="4"/>
          </p:nvPr>
        </p:nvSpPr>
        <p:spPr>
          <a:xfrm>
            <a:off x="406400" y="6340478"/>
            <a:ext cx="609600" cy="365125"/>
          </a:xfrm>
          <a:prstGeom prst="rect">
            <a:avLst/>
          </a:prstGeom>
        </p:spPr>
        <p:txBody>
          <a:bodyPr vert="horz" lIns="91440" tIns="45720" rIns="91440" bIns="45720" rtlCol="0" anchor="b"/>
          <a:lstStyle>
            <a:lvl1pPr algn="l">
              <a:defRPr sz="750">
                <a:solidFill>
                  <a:srgbClr val="212121"/>
                </a:solidFill>
              </a:defRPr>
            </a:lvl1pPr>
          </a:lstStyle>
          <a:p>
            <a:fld id="{4C84CB74-A55E-7147-8750-455ACB87678C}" type="slidenum">
              <a:rPr lang="en-US" smtClean="0"/>
              <a:pPr/>
              <a:t>‹#›</a:t>
            </a:fld>
            <a:endParaRPr lang="en-US"/>
          </a:p>
        </p:txBody>
      </p:sp>
      <p:pic>
        <p:nvPicPr>
          <p:cNvPr id="8" name="Picture 7" descr="Logo_no-slogan.png"/>
          <p:cNvPicPr>
            <a:picLocks noChangeAspect="1"/>
          </p:cNvPicPr>
          <p:nvPr/>
        </p:nvPicPr>
        <p:blipFill>
          <a:blip r:embed="rId19"/>
          <a:stretch>
            <a:fillRect/>
          </a:stretch>
        </p:blipFill>
        <p:spPr>
          <a:xfrm>
            <a:off x="10363200" y="6248403"/>
            <a:ext cx="1422400" cy="403013"/>
          </a:xfrm>
          <a:prstGeom prst="rect">
            <a:avLst/>
          </a:prstGeom>
        </p:spPr>
      </p:pic>
    </p:spTree>
    <p:extLst>
      <p:ext uri="{BB962C8B-B14F-4D97-AF65-F5344CB8AC3E}">
        <p14:creationId xmlns:p14="http://schemas.microsoft.com/office/powerpoint/2010/main" val="567218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dt="0"/>
  <p:txStyles>
    <p:titleStyle>
      <a:lvl1pPr algn="l" defTabSz="342900" rtl="0" eaLnBrk="1" latinLnBrk="0" hangingPunct="1">
        <a:spcBef>
          <a:spcPct val="0"/>
        </a:spcBef>
        <a:buNone/>
        <a:defRPr sz="2600" b="1" i="0" kern="1600" spc="0">
          <a:solidFill>
            <a:srgbClr val="FF9B14"/>
          </a:solidFill>
          <a:latin typeface="+mj-ea"/>
          <a:ea typeface="+mj-ea"/>
          <a:cs typeface="+mj-cs"/>
        </a:defRPr>
      </a:lvl1pPr>
    </p:titleStyle>
    <p:bodyStyle>
      <a:lvl1pPr marL="135000" indent="-135000" algn="l" defTabSz="342900" rtl="0" eaLnBrk="1" latinLnBrk="0" hangingPunct="1">
        <a:lnSpc>
          <a:spcPct val="120000"/>
        </a:lnSpc>
        <a:spcBef>
          <a:spcPts val="0"/>
        </a:spcBef>
        <a:spcAft>
          <a:spcPts val="900"/>
        </a:spcAft>
        <a:buClr>
          <a:srgbClr val="FF9B14"/>
        </a:buClr>
        <a:buSzPct val="100000"/>
        <a:buFont typeface="Arial"/>
        <a:buChar char="•"/>
        <a:defRPr sz="1200" kern="1200">
          <a:solidFill>
            <a:srgbClr val="282828"/>
          </a:solidFill>
          <a:latin typeface="+mn-ea"/>
          <a:ea typeface="+mn-ea"/>
          <a:cs typeface="+mn-cs"/>
        </a:defRPr>
      </a:lvl1pPr>
      <a:lvl2pPr marL="405000" indent="-162000" algn="l" defTabSz="342900" rtl="0" eaLnBrk="1" latinLnBrk="0" hangingPunct="1">
        <a:lnSpc>
          <a:spcPct val="120000"/>
        </a:lnSpc>
        <a:spcBef>
          <a:spcPts val="0"/>
        </a:spcBef>
        <a:spcAft>
          <a:spcPts val="900"/>
        </a:spcAft>
        <a:buClr>
          <a:srgbClr val="FF9B14"/>
        </a:buClr>
        <a:buFont typeface="Arial"/>
        <a:buChar char="•"/>
        <a:defRPr sz="1200" kern="1200">
          <a:solidFill>
            <a:srgbClr val="282828"/>
          </a:solidFill>
          <a:latin typeface="+mn-ea"/>
          <a:ea typeface="+mn-ea"/>
          <a:cs typeface="+mn-cs"/>
        </a:defRPr>
      </a:lvl2pPr>
      <a:lvl3pPr marL="675000" indent="-135000" algn="l" defTabSz="342900" rtl="0" eaLnBrk="1" latinLnBrk="0" hangingPunct="1">
        <a:lnSpc>
          <a:spcPct val="120000"/>
        </a:lnSpc>
        <a:spcBef>
          <a:spcPts val="0"/>
        </a:spcBef>
        <a:spcAft>
          <a:spcPts val="900"/>
        </a:spcAft>
        <a:buClr>
          <a:srgbClr val="FF9B14"/>
        </a:buClr>
        <a:buSzPct val="90000"/>
        <a:buFont typeface="Arial"/>
        <a:buChar char="•"/>
        <a:defRPr sz="1200" kern="1200">
          <a:solidFill>
            <a:srgbClr val="282828"/>
          </a:solidFill>
          <a:latin typeface="+mn-ea"/>
          <a:ea typeface="+mn-ea"/>
          <a:cs typeface="+mn-cs"/>
        </a:defRPr>
      </a:lvl3pPr>
      <a:lvl4pPr marL="945000" indent="-162000" algn="l" defTabSz="342900" rtl="0" eaLnBrk="1" latinLnBrk="0" hangingPunct="1">
        <a:lnSpc>
          <a:spcPct val="120000"/>
        </a:lnSpc>
        <a:spcBef>
          <a:spcPts val="0"/>
        </a:spcBef>
        <a:spcAft>
          <a:spcPts val="900"/>
        </a:spcAft>
        <a:buClr>
          <a:srgbClr val="FF9B14"/>
        </a:buClr>
        <a:buSzPct val="90000"/>
        <a:buFont typeface="Arial"/>
        <a:buChar char="•"/>
        <a:defRPr sz="1200" kern="1200">
          <a:solidFill>
            <a:srgbClr val="282828"/>
          </a:solidFill>
          <a:latin typeface="+mn-ea"/>
          <a:ea typeface="+mn-ea"/>
          <a:cs typeface="+mn-cs"/>
        </a:defRPr>
      </a:lvl4pPr>
      <a:lvl5pPr marL="1215000" indent="-135000" algn="l" defTabSz="342900" rtl="0" eaLnBrk="1" latinLnBrk="0" hangingPunct="1">
        <a:lnSpc>
          <a:spcPct val="120000"/>
        </a:lnSpc>
        <a:spcBef>
          <a:spcPts val="0"/>
        </a:spcBef>
        <a:spcAft>
          <a:spcPts val="900"/>
        </a:spcAft>
        <a:buClr>
          <a:srgbClr val="FF9B14"/>
        </a:buClr>
        <a:buSzPct val="90000"/>
        <a:buFont typeface="Arial"/>
        <a:buChar char="•"/>
        <a:defRPr sz="1200" kern="1200">
          <a:solidFill>
            <a:srgbClr val="282828"/>
          </a:solidFill>
          <a:latin typeface="+mn-ea"/>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7568" y="654969"/>
            <a:ext cx="9237133" cy="685799"/>
          </a:xfrm>
          <a:prstGeom prst="rect">
            <a:avLst/>
          </a:prstGeom>
        </p:spPr>
        <p:txBody>
          <a:bodyPr vert="horz" lIns="91440" tIns="45720" rIns="91440" bIns="45720" rtlCol="0" anchor="ctr" anchorCtr="0">
            <a:normAutofit/>
          </a:bodyPr>
          <a:lstStyle/>
          <a:p>
            <a:r>
              <a:rPr lang="zh-TW" altLang="en-US" dirty="0"/>
              <a:t>按一下以編輯母片標題樣式</a:t>
            </a:r>
            <a:endParaRPr lang="en-US" dirty="0"/>
          </a:p>
        </p:txBody>
      </p:sp>
      <p:sp>
        <p:nvSpPr>
          <p:cNvPr id="3" name="Text Placeholder 2"/>
          <p:cNvSpPr>
            <a:spLocks noGrp="1"/>
          </p:cNvSpPr>
          <p:nvPr>
            <p:ph type="body" idx="1"/>
          </p:nvPr>
        </p:nvSpPr>
        <p:spPr>
          <a:xfrm>
            <a:off x="2207568" y="1773238"/>
            <a:ext cx="9205152" cy="4295353"/>
          </a:xfrm>
          <a:prstGeom prst="rect">
            <a:avLst/>
          </a:prstGeom>
        </p:spPr>
        <p:txBody>
          <a:bodyPr vert="horz" lIns="91440" tIns="45720" rIns="91440" bIns="45720" rtlCol="0">
            <a:normAutofit/>
          </a:body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pic>
        <p:nvPicPr>
          <p:cNvPr id="46" name="圖片 45">
            <a:extLst>
              <a:ext uri="{FF2B5EF4-FFF2-40B4-BE49-F238E27FC236}">
                <a16:creationId xmlns:a16="http://schemas.microsoft.com/office/drawing/2014/main" id="{65700FA4-6B5A-4344-93B4-EF9B2B2464B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434368" y="6150903"/>
            <a:ext cx="1411939" cy="685799"/>
          </a:xfrm>
          <a:prstGeom prst="rect">
            <a:avLst/>
          </a:prstGeom>
        </p:spPr>
      </p:pic>
      <p:sp>
        <p:nvSpPr>
          <p:cNvPr id="109" name="Donut 13">
            <a:extLst>
              <a:ext uri="{FF2B5EF4-FFF2-40B4-BE49-F238E27FC236}">
                <a16:creationId xmlns:a16="http://schemas.microsoft.com/office/drawing/2014/main" id="{E92A82C1-90BC-43D5-AA61-AA2730C1A030}"/>
              </a:ext>
            </a:extLst>
          </p:cNvPr>
          <p:cNvSpPr/>
          <p:nvPr userDrawn="1"/>
        </p:nvSpPr>
        <p:spPr>
          <a:xfrm rot="7488651">
            <a:off x="648655"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0" name="橢圓 109">
            <a:extLst>
              <a:ext uri="{FF2B5EF4-FFF2-40B4-BE49-F238E27FC236}">
                <a16:creationId xmlns:a16="http://schemas.microsoft.com/office/drawing/2014/main" id="{0CEB6239-B178-43C1-B5AF-34A10090C37C}"/>
              </a:ext>
            </a:extLst>
          </p:cNvPr>
          <p:cNvSpPr/>
          <p:nvPr userDrawn="1"/>
        </p:nvSpPr>
        <p:spPr>
          <a:xfrm>
            <a:off x="278230" y="256526"/>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1" name="橢圓 110">
            <a:extLst>
              <a:ext uri="{FF2B5EF4-FFF2-40B4-BE49-F238E27FC236}">
                <a16:creationId xmlns:a16="http://schemas.microsoft.com/office/drawing/2014/main" id="{5EF831DA-7834-4C6F-9874-5D77997FEE51}"/>
              </a:ext>
            </a:extLst>
          </p:cNvPr>
          <p:cNvSpPr/>
          <p:nvPr userDrawn="1"/>
        </p:nvSpPr>
        <p:spPr>
          <a:xfrm>
            <a:off x="104141" y="106293"/>
            <a:ext cx="1908000" cy="1908000"/>
          </a:xfrm>
          <a:prstGeom prst="ellipse">
            <a:avLst/>
          </a:prstGeom>
          <a:solidFill>
            <a:srgbClr val="FDB912"/>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2" name="橢圓 111">
            <a:extLst>
              <a:ext uri="{FF2B5EF4-FFF2-40B4-BE49-F238E27FC236}">
                <a16:creationId xmlns:a16="http://schemas.microsoft.com/office/drawing/2014/main" id="{DD54DB3C-F0ED-4314-8860-3E25BDB060C6}"/>
              </a:ext>
            </a:extLst>
          </p:cNvPr>
          <p:cNvSpPr/>
          <p:nvPr userDrawn="1"/>
        </p:nvSpPr>
        <p:spPr>
          <a:xfrm>
            <a:off x="262327" y="264477"/>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113" name="Donut 13">
            <a:extLst>
              <a:ext uri="{FF2B5EF4-FFF2-40B4-BE49-F238E27FC236}">
                <a16:creationId xmlns:a16="http://schemas.microsoft.com/office/drawing/2014/main" id="{B40AC9B7-6D87-470B-BB8A-C1434F8D1A70}"/>
              </a:ext>
            </a:extLst>
          </p:cNvPr>
          <p:cNvSpPr/>
          <p:nvPr userDrawn="1"/>
        </p:nvSpPr>
        <p:spPr>
          <a:xfrm rot="267487">
            <a:off x="1014670" y="337716"/>
            <a:ext cx="818077" cy="1047779"/>
          </a:xfrm>
          <a:custGeom>
            <a:avLst/>
            <a:gdLst/>
            <a:ahLst/>
            <a:cxnLst/>
            <a:rect l="l" t="t" r="r" b="b"/>
            <a:pathLst>
              <a:path w="1911628" h="2448370">
                <a:moveTo>
                  <a:pt x="159028" y="0"/>
                </a:moveTo>
                <a:cubicBezTo>
                  <a:pt x="1126962" y="0"/>
                  <a:pt x="1911628" y="784666"/>
                  <a:pt x="1911628" y="1752600"/>
                </a:cubicBezTo>
                <a:cubicBezTo>
                  <a:pt x="1911628" y="1971660"/>
                  <a:pt x="1871438" y="2181334"/>
                  <a:pt x="1796069" y="2373897"/>
                </a:cubicBezTo>
                <a:lnTo>
                  <a:pt x="1484520" y="2448370"/>
                </a:lnTo>
                <a:lnTo>
                  <a:pt x="1376590" y="2085315"/>
                </a:lnTo>
                <a:cubicBezTo>
                  <a:pt x="1406890" y="1979599"/>
                  <a:pt x="1422337" y="1867904"/>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lose/>
              </a:path>
            </a:pathLst>
          </a:custGeom>
          <a:solidFill>
            <a:srgbClr val="15A085"/>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4" name="Donut 13">
            <a:extLst>
              <a:ext uri="{FF2B5EF4-FFF2-40B4-BE49-F238E27FC236}">
                <a16:creationId xmlns:a16="http://schemas.microsoft.com/office/drawing/2014/main" id="{46B1BA03-0289-4E43-96A7-AC24CD4B1D7C}"/>
              </a:ext>
            </a:extLst>
          </p:cNvPr>
          <p:cNvSpPr/>
          <p:nvPr userDrawn="1"/>
        </p:nvSpPr>
        <p:spPr>
          <a:xfrm rot="7488651">
            <a:off x="648656"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5" name="Donut 13">
            <a:extLst>
              <a:ext uri="{FF2B5EF4-FFF2-40B4-BE49-F238E27FC236}">
                <a16:creationId xmlns:a16="http://schemas.microsoft.com/office/drawing/2014/main" id="{3F09961C-7BBD-48A7-8384-EE7BAC8FF8BD}"/>
              </a:ext>
            </a:extLst>
          </p:cNvPr>
          <p:cNvSpPr/>
          <p:nvPr userDrawn="1"/>
        </p:nvSpPr>
        <p:spPr>
          <a:xfrm rot="14667487">
            <a:off x="306207" y="328874"/>
            <a:ext cx="818081" cy="1046057"/>
          </a:xfrm>
          <a:custGeom>
            <a:avLst/>
            <a:gdLst/>
            <a:ahLst/>
            <a:cxnLst/>
            <a:rect l="l" t="t" r="r" b="b"/>
            <a:pathLst>
              <a:path w="1911628" h="2444355">
                <a:moveTo>
                  <a:pt x="1797134" y="2370766"/>
                </a:moveTo>
                <a:lnTo>
                  <a:pt x="1489282" y="2444355"/>
                </a:lnTo>
                <a:lnTo>
                  <a:pt x="1379591" y="2075377"/>
                </a:lnTo>
                <a:cubicBezTo>
                  <a:pt x="1407847" y="1972569"/>
                  <a:pt x="1422337" y="1864277"/>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ubicBezTo>
                  <a:pt x="1126962" y="0"/>
                  <a:pt x="1911628" y="784666"/>
                  <a:pt x="1911628" y="1752600"/>
                </a:cubicBezTo>
                <a:cubicBezTo>
                  <a:pt x="1911628" y="1970493"/>
                  <a:pt x="1871865" y="2179100"/>
                  <a:pt x="1797134" y="2370766"/>
                </a:cubicBezTo>
                <a:close/>
              </a:path>
            </a:pathLst>
          </a:custGeom>
          <a:solidFill>
            <a:srgbClr val="95CB6E"/>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7" name="文本4">
            <a:extLst>
              <a:ext uri="{FF2B5EF4-FFF2-40B4-BE49-F238E27FC236}">
                <a16:creationId xmlns:a16="http://schemas.microsoft.com/office/drawing/2014/main" id="{CCB6C943-DEEC-49E0-95B1-F8863118261A}"/>
              </a:ext>
            </a:extLst>
          </p:cNvPr>
          <p:cNvSpPr/>
          <p:nvPr userDrawn="1"/>
        </p:nvSpPr>
        <p:spPr>
          <a:xfrm>
            <a:off x="542478" y="213828"/>
            <a:ext cx="102059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4123060"/>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300" b="1" kern="0" spc="50" dirty="0">
                <a:solidFill>
                  <a:srgbClr val="FFFFFF"/>
                </a:solidFill>
                <a:latin typeface="+mj-lt"/>
                <a:ea typeface="微软雅黑" pitchFamily="34" charset="-122"/>
              </a:rPr>
              <a:t>AI</a:t>
            </a:r>
            <a:endParaRPr lang="zh-CN" altLang="en-US" sz="1300" b="1" kern="0" spc="50" dirty="0">
              <a:solidFill>
                <a:srgbClr val="FFFFFF"/>
              </a:solidFill>
              <a:latin typeface="+mj-lt"/>
              <a:ea typeface="微软雅黑" pitchFamily="34" charset="-122"/>
            </a:endParaRPr>
          </a:p>
        </p:txBody>
      </p:sp>
      <p:sp>
        <p:nvSpPr>
          <p:cNvPr id="118" name="文字方塊 117">
            <a:extLst>
              <a:ext uri="{FF2B5EF4-FFF2-40B4-BE49-F238E27FC236}">
                <a16:creationId xmlns:a16="http://schemas.microsoft.com/office/drawing/2014/main" id="{4B1F5FAD-0D72-4D58-9A05-3672AFB54416}"/>
              </a:ext>
            </a:extLst>
          </p:cNvPr>
          <p:cNvSpPr txBox="1"/>
          <p:nvPr userDrawn="1"/>
        </p:nvSpPr>
        <p:spPr>
          <a:xfrm>
            <a:off x="522934" y="760201"/>
            <a:ext cx="1069524" cy="646331"/>
          </a:xfrm>
          <a:prstGeom prst="rect">
            <a:avLst/>
          </a:prstGeom>
          <a:noFill/>
        </p:spPr>
        <p:txBody>
          <a:bodyPr wrap="none" rtlCol="0">
            <a:spAutoFit/>
          </a:bodyPr>
          <a:lstStyle/>
          <a:p>
            <a:pPr lvl="0" algn="ctr">
              <a:defRPr/>
            </a:pPr>
            <a:r>
              <a:rPr lang="en-US" altLang="zh-TW" sz="1800" b="1" dirty="0">
                <a:solidFill>
                  <a:srgbClr val="F68B1E"/>
                </a:solidFill>
              </a:rPr>
              <a:t>ESG</a:t>
            </a:r>
            <a:r>
              <a:rPr lang="zh-TW" altLang="en-US" sz="1800" b="1" dirty="0">
                <a:solidFill>
                  <a:srgbClr val="F68B1E"/>
                </a:solidFill>
              </a:rPr>
              <a:t>×</a:t>
            </a:r>
            <a:r>
              <a:rPr lang="en-US" altLang="zh-TW" sz="1800" b="1" dirty="0">
                <a:solidFill>
                  <a:srgbClr val="F68B1E"/>
                </a:solidFill>
              </a:rPr>
              <a:t>AI</a:t>
            </a:r>
          </a:p>
          <a:p>
            <a:pPr algn="ctr">
              <a:defRPr/>
            </a:pPr>
            <a:r>
              <a:rPr lang="en-US" altLang="zh-TW" sz="1800" b="1" dirty="0">
                <a:solidFill>
                  <a:srgbClr val="F68B1E"/>
                </a:solidFill>
              </a:rPr>
              <a:t>Moment</a:t>
            </a:r>
            <a:endParaRPr lang="zh-TW" altLang="en-US" sz="1800" b="1" dirty="0">
              <a:solidFill>
                <a:srgbClr val="F68B1E"/>
              </a:solidFill>
            </a:endParaRPr>
          </a:p>
        </p:txBody>
      </p:sp>
      <p:sp>
        <p:nvSpPr>
          <p:cNvPr id="121" name="文本3">
            <a:extLst>
              <a:ext uri="{FF2B5EF4-FFF2-40B4-BE49-F238E27FC236}">
                <a16:creationId xmlns:a16="http://schemas.microsoft.com/office/drawing/2014/main" id="{9E9EDB26-682A-4589-A18A-5FE3BDFD1085}"/>
              </a:ext>
            </a:extLst>
          </p:cNvPr>
          <p:cNvSpPr/>
          <p:nvPr userDrawn="1"/>
        </p:nvSpPr>
        <p:spPr>
          <a:xfrm rot="18153499">
            <a:off x="376375" y="454927"/>
            <a:ext cx="1213438" cy="1075135"/>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2808063"/>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latin typeface="Arial" panose="020B0604020202020204" pitchFamily="34" charset="0"/>
                <a:ea typeface="+mj-ea"/>
                <a:cs typeface="Arial" panose="020B0604020202020204" pitchFamily="34" charset="0"/>
              </a:rPr>
              <a:t>Green Engineering</a:t>
            </a:r>
          </a:p>
        </p:txBody>
      </p:sp>
      <p:sp>
        <p:nvSpPr>
          <p:cNvPr id="122" name="文本1">
            <a:extLst>
              <a:ext uri="{FF2B5EF4-FFF2-40B4-BE49-F238E27FC236}">
                <a16:creationId xmlns:a16="http://schemas.microsoft.com/office/drawing/2014/main" id="{45CE7E33-C3AD-4068-B492-DD13ACAA5178}"/>
              </a:ext>
            </a:extLst>
          </p:cNvPr>
          <p:cNvSpPr/>
          <p:nvPr userDrawn="1"/>
        </p:nvSpPr>
        <p:spPr>
          <a:xfrm rot="3741566">
            <a:off x="339897" y="388826"/>
            <a:ext cx="1335747" cy="1420818"/>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3174737"/>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ea typeface="+mj-ea"/>
              </a:rPr>
              <a:t>Smart applications</a:t>
            </a:r>
          </a:p>
        </p:txBody>
      </p:sp>
      <p:sp>
        <p:nvSpPr>
          <p:cNvPr id="123" name="文本2">
            <a:extLst>
              <a:ext uri="{FF2B5EF4-FFF2-40B4-BE49-F238E27FC236}">
                <a16:creationId xmlns:a16="http://schemas.microsoft.com/office/drawing/2014/main" id="{10B86328-7A99-43DE-8848-E201756BCC99}"/>
              </a:ext>
            </a:extLst>
          </p:cNvPr>
          <p:cNvSpPr/>
          <p:nvPr userDrawn="1"/>
        </p:nvSpPr>
        <p:spPr>
          <a:xfrm rot="11005674">
            <a:off x="418523" y="542041"/>
            <a:ext cx="1273771" cy="1163949"/>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2981818"/>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100" b="1" kern="0" spc="50" dirty="0">
                <a:solidFill>
                  <a:srgbClr val="F9F9F9"/>
                </a:solidFill>
                <a:ea typeface="+mj-ea"/>
              </a:rPr>
              <a:t>Circular Economy</a:t>
            </a:r>
          </a:p>
        </p:txBody>
      </p:sp>
    </p:spTree>
    <p:extLst>
      <p:ext uri="{BB962C8B-B14F-4D97-AF65-F5344CB8AC3E}">
        <p14:creationId xmlns:p14="http://schemas.microsoft.com/office/powerpoint/2010/main" val="436636940"/>
      </p:ext>
    </p:extLst>
  </p:cSld>
  <p:clrMap bg1="lt1" tx1="dk1" bg2="lt2" tx2="dk2" accent1="accent1" accent2="accent2" accent3="accent3" accent4="accent4" accent5="accent5" accent6="accent6" hlink="hlink" folHlink="folHlink"/>
  <p:sldLayoutIdLst>
    <p:sldLayoutId id="2147483679" r:id="rId1"/>
    <p:sldLayoutId id="2147483680" r:id="rId2"/>
  </p:sldLayoutIdLst>
  <p:hf hdr="0" ftr="0" dt="0"/>
  <p:txStyles>
    <p:titleStyle>
      <a:lvl1pPr algn="l" defTabSz="457200" rtl="0" eaLnBrk="1" latinLnBrk="0" hangingPunct="1">
        <a:spcBef>
          <a:spcPct val="0"/>
        </a:spcBef>
        <a:buNone/>
        <a:defRPr sz="2600" b="1" i="0" kern="1600" spc="0">
          <a:solidFill>
            <a:srgbClr val="FF9B14"/>
          </a:solidFill>
          <a:latin typeface="+mj-ea"/>
          <a:ea typeface="+mj-ea"/>
          <a:cs typeface="+mj-cs"/>
        </a:defRPr>
      </a:lvl1pPr>
    </p:titleStyle>
    <p:bodyStyle>
      <a:lvl1pPr marL="180000" indent="-180000" algn="l" defTabSz="457200" rtl="0" eaLnBrk="1" latinLnBrk="0" hangingPunct="1">
        <a:lnSpc>
          <a:spcPct val="120000"/>
        </a:lnSpc>
        <a:spcBef>
          <a:spcPts val="0"/>
        </a:spcBef>
        <a:spcAft>
          <a:spcPts val="1200"/>
        </a:spcAft>
        <a:buClr>
          <a:srgbClr val="FF9B14"/>
        </a:buClr>
        <a:buSzPct val="100000"/>
        <a:buFont typeface="Arial"/>
        <a:buChar char="•"/>
        <a:defRPr sz="1600" kern="1200">
          <a:solidFill>
            <a:srgbClr val="282828"/>
          </a:solidFill>
          <a:latin typeface="+mn-ea"/>
          <a:ea typeface="+mn-ea"/>
          <a:cs typeface="+mn-cs"/>
        </a:defRPr>
      </a:lvl1pPr>
      <a:lvl2pPr marL="540000" indent="-216000" algn="l" defTabSz="457200" rtl="0" eaLnBrk="1" latinLnBrk="0" hangingPunct="1">
        <a:lnSpc>
          <a:spcPct val="120000"/>
        </a:lnSpc>
        <a:spcBef>
          <a:spcPts val="0"/>
        </a:spcBef>
        <a:spcAft>
          <a:spcPts val="1200"/>
        </a:spcAft>
        <a:buClr>
          <a:srgbClr val="FF9B14"/>
        </a:buClr>
        <a:buFont typeface="Arial"/>
        <a:buChar char="•"/>
        <a:defRPr sz="1600" kern="1200">
          <a:solidFill>
            <a:srgbClr val="282828"/>
          </a:solidFill>
          <a:latin typeface="+mn-ea"/>
          <a:ea typeface="+mn-ea"/>
          <a:cs typeface="+mn-cs"/>
        </a:defRPr>
      </a:lvl2pPr>
      <a:lvl3pPr marL="900000" indent="-180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3pPr>
      <a:lvl4pPr marL="1260000" indent="-216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4pPr>
      <a:lvl5pPr marL="1620000" indent="-180000" algn="l" defTabSz="457200" rtl="0" eaLnBrk="1" latinLnBrk="0" hangingPunct="1">
        <a:lnSpc>
          <a:spcPct val="120000"/>
        </a:lnSpc>
        <a:spcBef>
          <a:spcPts val="0"/>
        </a:spcBef>
        <a:spcAft>
          <a:spcPts val="1200"/>
        </a:spcAft>
        <a:buClr>
          <a:srgbClr val="FF9B14"/>
        </a:buClr>
        <a:buSzPct val="90000"/>
        <a:buFont typeface="Arial"/>
        <a:buChar char="•"/>
        <a:defRPr sz="1600" kern="1200">
          <a:solidFill>
            <a:srgbClr val="282828"/>
          </a:solidFill>
          <a:latin typeface="+mn-ea"/>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117">
          <p15:clr>
            <a:srgbClr val="F26B43"/>
          </p15:clr>
        </p15:guide>
        <p15:guide id="2" pos="1391">
          <p15:clr>
            <a:srgbClr val="F26B43"/>
          </p15:clr>
        </p15:guide>
        <p15:guide id="3" orient="horz" pos="709">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notebooklm.google/" TargetMode="External"/><Relationship Id="rId3" Type="http://schemas.openxmlformats.org/officeDocument/2006/relationships/hyperlink" Target="https://www.ibest.com.tw/news-detail/2025-ai-tools/" TargetMode="External"/><Relationship Id="rId7" Type="http://schemas.openxmlformats.org/officeDocument/2006/relationships/hyperlink" Target="https://www.perplexity.ai/" TargetMode="External"/><Relationship Id="rId12" Type="http://schemas.openxmlformats.org/officeDocument/2006/relationships/hyperlink" Target="https://felo.ai/search" TargetMode="External"/><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hyperlink" Target="https://grok.com/" TargetMode="External"/><Relationship Id="rId11" Type="http://schemas.openxmlformats.org/officeDocument/2006/relationships/hyperlink" Target="https://www.kimi.com/" TargetMode="External"/><Relationship Id="rId5" Type="http://schemas.openxmlformats.org/officeDocument/2006/relationships/hyperlink" Target="https://gemini.google.com/" TargetMode="External"/><Relationship Id="rId10" Type="http://schemas.openxmlformats.org/officeDocument/2006/relationships/hyperlink" Target="https://gamma.app/create/paste" TargetMode="External"/><Relationship Id="rId4" Type="http://schemas.openxmlformats.org/officeDocument/2006/relationships/hyperlink" Target="https://chatgpt.com/" TargetMode="External"/><Relationship Id="rId9" Type="http://schemas.openxmlformats.org/officeDocument/2006/relationships/hyperlink" Target="https://app.napkin.ai/" TargetMode="External"/></Relationships>
</file>

<file path=ppt/slides/_rels/slide2.xml.rels><?xml version="1.0" encoding="UTF-8" standalone="yes"?>
<Relationships xmlns="http://schemas.openxmlformats.org/package/2006/relationships"><Relationship Id="rId8" Type="http://schemas.openxmlformats.org/officeDocument/2006/relationships/hyperlink" Target="https://notebooklm.google/" TargetMode="External"/><Relationship Id="rId3" Type="http://schemas.openxmlformats.org/officeDocument/2006/relationships/hyperlink" Target="https://www.ibest.com.tw/news-detail/2025-ai-tools/" TargetMode="External"/><Relationship Id="rId7" Type="http://schemas.openxmlformats.org/officeDocument/2006/relationships/hyperlink" Target="https://www.perplexity.ai/" TargetMode="External"/><Relationship Id="rId12" Type="http://schemas.openxmlformats.org/officeDocument/2006/relationships/hyperlink" Target="https://felo.ai/search" TargetMode="External"/><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hyperlink" Target="https://grok.com/" TargetMode="External"/><Relationship Id="rId11" Type="http://schemas.openxmlformats.org/officeDocument/2006/relationships/hyperlink" Target="https://www.kimi.com/" TargetMode="External"/><Relationship Id="rId5" Type="http://schemas.openxmlformats.org/officeDocument/2006/relationships/hyperlink" Target="https://gemini.google.com/" TargetMode="External"/><Relationship Id="rId10" Type="http://schemas.openxmlformats.org/officeDocument/2006/relationships/hyperlink" Target="https://gamma.app/create/paste" TargetMode="External"/><Relationship Id="rId4" Type="http://schemas.openxmlformats.org/officeDocument/2006/relationships/hyperlink" Target="https://chatgpt.com/" TargetMode="External"/><Relationship Id="rId9" Type="http://schemas.openxmlformats.org/officeDocument/2006/relationships/hyperlink" Target="https://app.napkin.a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3">
            <a:extLst>
              <a:ext uri="{FF2B5EF4-FFF2-40B4-BE49-F238E27FC236}">
                <a16:creationId xmlns:a16="http://schemas.microsoft.com/office/drawing/2014/main" id="{C0D327FE-242E-37C9-7B6E-FD99041B97BC}"/>
              </a:ext>
            </a:extLst>
          </p:cNvPr>
          <p:cNvSpPr txBox="1">
            <a:spLocks/>
          </p:cNvSpPr>
          <p:nvPr/>
        </p:nvSpPr>
        <p:spPr>
          <a:xfrm>
            <a:off x="2040744" y="864000"/>
            <a:ext cx="9903857" cy="685799"/>
          </a:xfrm>
          <a:prstGeom prst="rect">
            <a:avLst/>
          </a:prstGeom>
        </p:spPr>
        <p:txBody>
          <a:bodyPr>
            <a:normAutofit/>
          </a:bodyPr>
          <a:lstStyle>
            <a:lvl1pPr algn="l" defTabSz="342900" rtl="0" eaLnBrk="1" latinLnBrk="0" hangingPunct="1">
              <a:spcBef>
                <a:spcPct val="0"/>
              </a:spcBef>
              <a:buNone/>
              <a:defRPr sz="2600" b="1" i="0" kern="1600" spc="0">
                <a:solidFill>
                  <a:srgbClr val="FF9B14"/>
                </a:solidFill>
                <a:latin typeface="+mj-ea"/>
                <a:ea typeface="+mj-ea"/>
                <a:cs typeface="+mj-cs"/>
              </a:defRPr>
            </a:lvl1pPr>
          </a:lstStyle>
          <a:p>
            <a:pPr marL="0" marR="0" lvl="0" indent="0" algn="l" defTabSz="342900" rtl="0" eaLnBrk="1" fontAlgn="auto" latinLnBrk="0" hangingPunct="1">
              <a:lnSpc>
                <a:spcPct val="100000"/>
              </a:lnSpc>
              <a:spcBef>
                <a:spcPct val="0"/>
              </a:spcBef>
              <a:spcAft>
                <a:spcPts val="0"/>
              </a:spcAft>
              <a:buClrTx/>
              <a:buSzTx/>
              <a:buFontTx/>
              <a:buNone/>
              <a:tabLst/>
              <a:defRPr/>
            </a:pPr>
            <a:r>
              <a:rPr kumimoji="0" lang="zh-TW" altLang="en-US" sz="2600" b="1" i="0" u="none" strike="noStrike" kern="1600" cap="none" spc="0" normalizeH="0" baseline="0" noProof="0" dirty="0">
                <a:ln>
                  <a:noFill/>
                </a:ln>
                <a:solidFill>
                  <a:srgbClr val="FF9B14"/>
                </a:solidFill>
                <a:effectLst/>
                <a:uLnTx/>
                <a:uFillTx/>
                <a:latin typeface="微軟正黑體" panose="020B0604030504040204" pitchFamily="34" charset="-120"/>
                <a:ea typeface="微軟正黑體" panose="020B0604030504040204" pitchFamily="34" charset="-120"/>
                <a:cs typeface="+mj-cs"/>
              </a:rPr>
              <a:t>常用</a:t>
            </a:r>
            <a:r>
              <a:rPr kumimoji="0" lang="en-US" altLang="zh-TW" sz="2600" b="1" i="0" u="none" strike="noStrike" kern="1600" cap="none" spc="0" normalizeH="0" baseline="0" noProof="0" dirty="0">
                <a:ln>
                  <a:noFill/>
                </a:ln>
                <a:solidFill>
                  <a:srgbClr val="FF9B14"/>
                </a:solidFill>
                <a:effectLst/>
                <a:uLnTx/>
                <a:uFillTx/>
                <a:latin typeface="微軟正黑體" panose="020B0604030504040204" pitchFamily="34" charset="-120"/>
                <a:ea typeface="微軟正黑體" panose="020B0604030504040204" pitchFamily="34" charset="-120"/>
                <a:cs typeface="+mj-cs"/>
              </a:rPr>
              <a:t>AI</a:t>
            </a:r>
            <a:r>
              <a:rPr kumimoji="0" lang="zh-TW" altLang="en-US" sz="2600" b="1" i="0" u="none" strike="noStrike" kern="1600" cap="none" spc="0" normalizeH="0" baseline="0" noProof="0" dirty="0">
                <a:ln>
                  <a:noFill/>
                </a:ln>
                <a:solidFill>
                  <a:srgbClr val="FF9B14"/>
                </a:solidFill>
                <a:effectLst/>
                <a:uLnTx/>
                <a:uFillTx/>
                <a:latin typeface="微軟正黑體" panose="020B0604030504040204" pitchFamily="34" charset="-120"/>
                <a:ea typeface="微軟正黑體" panose="020B0604030504040204" pitchFamily="34" charset="-120"/>
                <a:cs typeface="+mj-cs"/>
              </a:rPr>
              <a:t>工具功能彙總</a:t>
            </a:r>
          </a:p>
        </p:txBody>
      </p:sp>
      <p:sp>
        <p:nvSpPr>
          <p:cNvPr id="4" name="文字方塊 3">
            <a:extLst>
              <a:ext uri="{FF2B5EF4-FFF2-40B4-BE49-F238E27FC236}">
                <a16:creationId xmlns:a16="http://schemas.microsoft.com/office/drawing/2014/main" id="{0C0582D6-E886-E012-0A6A-5A5A0210A6E2}"/>
              </a:ext>
            </a:extLst>
          </p:cNvPr>
          <p:cNvSpPr txBox="1"/>
          <p:nvPr/>
        </p:nvSpPr>
        <p:spPr>
          <a:xfrm>
            <a:off x="1506000" y="6354000"/>
            <a:ext cx="5345039"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hlinkClick r:id="rId3"/>
              </a:rPr>
              <a:t>https://www.ibest.com.tw/news-detail/2025-ai-tools/</a:t>
            </a:r>
            <a:endParaRPr kumimoji="0" lang="en-US" altLang="zh-TW"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TW" altLang="en-US"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endParaRPr>
          </a:p>
        </p:txBody>
      </p:sp>
      <p:graphicFrame>
        <p:nvGraphicFramePr>
          <p:cNvPr id="5" name="表格 31">
            <a:extLst>
              <a:ext uri="{FF2B5EF4-FFF2-40B4-BE49-F238E27FC236}">
                <a16:creationId xmlns:a16="http://schemas.microsoft.com/office/drawing/2014/main" id="{3F5A659B-C1ED-05C4-26C3-4CAD25C31FE8}"/>
              </a:ext>
            </a:extLst>
          </p:cNvPr>
          <p:cNvGraphicFramePr>
            <a:graphicFrameLocks noGrp="1"/>
          </p:cNvGraphicFramePr>
          <p:nvPr>
            <p:extLst>
              <p:ext uri="{D42A27DB-BD31-4B8C-83A1-F6EECF244321}">
                <p14:modId xmlns:p14="http://schemas.microsoft.com/office/powerpoint/2010/main" val="3126951279"/>
              </p:ext>
            </p:extLst>
          </p:nvPr>
        </p:nvGraphicFramePr>
        <p:xfrm>
          <a:off x="1872592" y="1886460"/>
          <a:ext cx="8505847" cy="3178224"/>
        </p:xfrm>
        <a:graphic>
          <a:graphicData uri="http://schemas.openxmlformats.org/drawingml/2006/table">
            <a:tbl>
              <a:tblPr firstRow="1" bandRow="1">
                <a:tableStyleId>{5C22544A-7EE6-4342-B048-85BDC9FD1C3A}</a:tableStyleId>
              </a:tblPr>
              <a:tblGrid>
                <a:gridCol w="865250">
                  <a:extLst>
                    <a:ext uri="{9D8B030D-6E8A-4147-A177-3AD203B41FA5}">
                      <a16:colId xmlns:a16="http://schemas.microsoft.com/office/drawing/2014/main" val="3940259747"/>
                    </a:ext>
                  </a:extLst>
                </a:gridCol>
                <a:gridCol w="2738737">
                  <a:extLst>
                    <a:ext uri="{9D8B030D-6E8A-4147-A177-3AD203B41FA5}">
                      <a16:colId xmlns:a16="http://schemas.microsoft.com/office/drawing/2014/main" val="3535948563"/>
                    </a:ext>
                  </a:extLst>
                </a:gridCol>
                <a:gridCol w="4901860">
                  <a:extLst>
                    <a:ext uri="{9D8B030D-6E8A-4147-A177-3AD203B41FA5}">
                      <a16:colId xmlns:a16="http://schemas.microsoft.com/office/drawing/2014/main" val="2258558401"/>
                    </a:ext>
                  </a:extLst>
                </a:gridCol>
              </a:tblGrid>
              <a:tr h="501805">
                <a:tc>
                  <a:txBody>
                    <a:bodyPr/>
                    <a:lstStyle/>
                    <a:p>
                      <a:pPr algn="ctr">
                        <a:lnSpc>
                          <a:spcPct val="150000"/>
                        </a:lnSpc>
                      </a:pPr>
                      <a:r>
                        <a:rPr lang="zh-TW" altLang="en-US" sz="1600" dirty="0"/>
                        <a:t>項次</a:t>
                      </a:r>
                    </a:p>
                  </a:txBody>
                  <a:tcPr/>
                </a:tc>
                <a:tc>
                  <a:txBody>
                    <a:bodyPr/>
                    <a:lstStyle/>
                    <a:p>
                      <a:pPr algn="ctr">
                        <a:lnSpc>
                          <a:spcPct val="150000"/>
                        </a:lnSpc>
                      </a:pPr>
                      <a:r>
                        <a:rPr lang="zh-TW" altLang="en-US" sz="1600" dirty="0"/>
                        <a:t>工具名稱</a:t>
                      </a:r>
                    </a:p>
                  </a:txBody>
                  <a:tcPr/>
                </a:tc>
                <a:tc>
                  <a:txBody>
                    <a:bodyPr/>
                    <a:lstStyle/>
                    <a:p>
                      <a:pPr algn="ctr">
                        <a:lnSpc>
                          <a:spcPct val="150000"/>
                        </a:lnSpc>
                      </a:pPr>
                      <a:r>
                        <a:rPr lang="zh-TW" altLang="en-US" sz="1600" dirty="0"/>
                        <a:t>常用功能</a:t>
                      </a:r>
                    </a:p>
                  </a:txBody>
                  <a:tcPr/>
                </a:tc>
                <a:extLst>
                  <a:ext uri="{0D108BD9-81ED-4DB2-BD59-A6C34878D82A}">
                    <a16:rowId xmlns:a16="http://schemas.microsoft.com/office/drawing/2014/main" val="4150522568"/>
                  </a:ext>
                </a:extLst>
              </a:tr>
              <a:tr h="560675">
                <a:tc>
                  <a:txBody>
                    <a:bodyPr/>
                    <a:lstStyle/>
                    <a:p>
                      <a:pPr algn="ctr">
                        <a:lnSpc>
                          <a:spcPct val="150000"/>
                        </a:lnSpc>
                      </a:pPr>
                      <a:r>
                        <a:rPr lang="en-US" altLang="zh-TW" sz="1600" dirty="0">
                          <a:latin typeface="+mn-ea"/>
                          <a:ea typeface="+mn-ea"/>
                        </a:rPr>
                        <a:t>1</a:t>
                      </a:r>
                      <a:endParaRPr lang="zh-TW" altLang="en-US" sz="1600" dirty="0">
                        <a:latin typeface="+mn-ea"/>
                        <a:ea typeface="+mn-ea"/>
                      </a:endParaRPr>
                    </a:p>
                  </a:txBody>
                  <a:tcPr/>
                </a:tc>
                <a:tc>
                  <a:txBody>
                    <a:bodyPr/>
                    <a:lstStyle/>
                    <a:p>
                      <a:pPr algn="dist">
                        <a:lnSpc>
                          <a:spcPct val="150000"/>
                        </a:lnSpc>
                      </a:pPr>
                      <a:r>
                        <a:rPr lang="en-US" altLang="zh-TW" sz="1600" dirty="0">
                          <a:latin typeface="+mn-ea"/>
                          <a:ea typeface="+mn-ea"/>
                          <a:hlinkClick r:id="rId4"/>
                        </a:rPr>
                        <a:t>ChatGPT</a:t>
                      </a:r>
                      <a:r>
                        <a:rPr lang="zh-TW" altLang="en-US" sz="1600" dirty="0">
                          <a:latin typeface="+mn-ea"/>
                          <a:ea typeface="+mn-ea"/>
                        </a:rPr>
                        <a:t>、</a:t>
                      </a:r>
                      <a:r>
                        <a:rPr lang="en-US" altLang="zh-TW" sz="1600" dirty="0">
                          <a:latin typeface="+mn-ea"/>
                          <a:ea typeface="+mn-ea"/>
                          <a:hlinkClick r:id="rId5"/>
                        </a:rPr>
                        <a:t>Gemini</a:t>
                      </a:r>
                      <a:r>
                        <a:rPr lang="zh-TW" altLang="en-US" sz="1600" dirty="0">
                          <a:latin typeface="+mn-ea"/>
                          <a:ea typeface="+mn-ea"/>
                        </a:rPr>
                        <a:t>、</a:t>
                      </a:r>
                      <a:r>
                        <a:rPr lang="en-US" altLang="zh-TW" sz="1600" dirty="0">
                          <a:latin typeface="+mn-ea"/>
                          <a:ea typeface="+mn-ea"/>
                          <a:hlinkClick r:id="rId6"/>
                        </a:rPr>
                        <a:t>Grok</a:t>
                      </a:r>
                      <a:endParaRPr lang="zh-TW" altLang="en-US" sz="1600" dirty="0">
                        <a:latin typeface="+mn-ea"/>
                        <a:ea typeface="+mn-ea"/>
                      </a:endParaRPr>
                    </a:p>
                  </a:txBody>
                  <a:tcPr/>
                </a:tc>
                <a:tc>
                  <a:txBody>
                    <a:bodyPr/>
                    <a:lstStyle/>
                    <a:p>
                      <a:pPr algn="dist">
                        <a:lnSpc>
                          <a:spcPct val="150000"/>
                        </a:lnSpc>
                      </a:pPr>
                      <a:r>
                        <a:rPr kumimoji="0" lang="zh-TW" altLang="zh-TW" sz="1600" b="0" i="0" u="none" strike="noStrike" cap="none" normalizeH="0" baseline="0" dirty="0">
                          <a:ln>
                            <a:noFill/>
                          </a:ln>
                          <a:solidFill>
                            <a:schemeClr val="tx1"/>
                          </a:solidFill>
                          <a:effectLst/>
                          <a:latin typeface="+mn-ea"/>
                          <a:ea typeface="+mn-ea"/>
                        </a:rPr>
                        <a:t>生成</a:t>
                      </a:r>
                      <a:r>
                        <a:rPr kumimoji="0" lang="zh-TW" altLang="en-US" sz="1600" b="0" i="0" u="none" strike="noStrike" cap="none" normalizeH="0" baseline="0" dirty="0">
                          <a:ln>
                            <a:noFill/>
                          </a:ln>
                          <a:solidFill>
                            <a:schemeClr val="tx1"/>
                          </a:solidFill>
                          <a:effectLst/>
                          <a:latin typeface="+mn-ea"/>
                          <a:ea typeface="+mn-ea"/>
                        </a:rPr>
                        <a:t>研究</a:t>
                      </a:r>
                      <a:r>
                        <a:rPr kumimoji="0" lang="zh-TW" altLang="zh-TW" sz="1600" b="0" i="0" u="none" strike="noStrike" cap="none" normalizeH="0" baseline="0" dirty="0">
                          <a:ln>
                            <a:noFill/>
                          </a:ln>
                          <a:solidFill>
                            <a:schemeClr val="tx1"/>
                          </a:solidFill>
                          <a:effectLst/>
                          <a:latin typeface="+mn-ea"/>
                          <a:ea typeface="+mn-ea"/>
                        </a:rPr>
                        <a:t>報告</a:t>
                      </a:r>
                      <a:r>
                        <a:rPr kumimoji="0" lang="zh-TW" altLang="en-US" sz="1600" b="0" i="0" u="none" strike="noStrike" cap="none" normalizeH="0" baseline="0" dirty="0">
                          <a:ln>
                            <a:noFill/>
                          </a:ln>
                          <a:solidFill>
                            <a:schemeClr val="tx1"/>
                          </a:solidFill>
                          <a:effectLst/>
                          <a:latin typeface="+mn-ea"/>
                          <a:ea typeface="+mn-ea"/>
                        </a:rPr>
                        <a:t>、簡報大綱</a:t>
                      </a:r>
                      <a:r>
                        <a:rPr kumimoji="0" lang="zh-TW" altLang="zh-TW" sz="1600" b="0" i="0" u="none" strike="noStrike" cap="none" normalizeH="0" baseline="0" dirty="0">
                          <a:ln>
                            <a:noFill/>
                          </a:ln>
                          <a:solidFill>
                            <a:schemeClr val="tx1"/>
                          </a:solidFill>
                          <a:effectLst/>
                          <a:latin typeface="+mn-ea"/>
                          <a:ea typeface="+mn-ea"/>
                        </a:rPr>
                        <a:t>、</a:t>
                      </a:r>
                      <a:r>
                        <a:rPr kumimoji="0" lang="zh-TW" altLang="en-US" sz="1600" b="0" i="0" u="none" strike="noStrike" cap="none" normalizeH="0" baseline="0" dirty="0">
                          <a:ln>
                            <a:noFill/>
                          </a:ln>
                          <a:solidFill>
                            <a:schemeClr val="tx1"/>
                          </a:solidFill>
                          <a:effectLst/>
                          <a:latin typeface="+mn-ea"/>
                          <a:ea typeface="+mn-ea"/>
                        </a:rPr>
                        <a:t>生成圖片、圖片文字辨識</a:t>
                      </a:r>
                      <a:endParaRPr lang="zh-TW" altLang="en-US" sz="1600" dirty="0">
                        <a:latin typeface="+mn-ea"/>
                        <a:ea typeface="+mn-ea"/>
                      </a:endParaRPr>
                    </a:p>
                  </a:txBody>
                  <a:tcPr/>
                </a:tc>
                <a:extLst>
                  <a:ext uri="{0D108BD9-81ED-4DB2-BD59-A6C34878D82A}">
                    <a16:rowId xmlns:a16="http://schemas.microsoft.com/office/drawing/2014/main" val="904668298"/>
                  </a:ext>
                </a:extLst>
              </a:tr>
              <a:tr h="497802">
                <a:tc>
                  <a:txBody>
                    <a:bodyPr/>
                    <a:lstStyle/>
                    <a:p>
                      <a:pPr algn="ctr">
                        <a:lnSpc>
                          <a:spcPct val="150000"/>
                        </a:lnSpc>
                      </a:pPr>
                      <a:r>
                        <a:rPr lang="en-US" altLang="zh-TW" sz="1600" dirty="0">
                          <a:latin typeface="+mn-ea"/>
                          <a:ea typeface="+mn-ea"/>
                        </a:rPr>
                        <a:t>2</a:t>
                      </a:r>
                      <a:endParaRPr lang="zh-TW" altLang="en-US" sz="1600" dirty="0">
                        <a:latin typeface="+mn-ea"/>
                        <a:ea typeface="+mn-ea"/>
                      </a:endParaRPr>
                    </a:p>
                  </a:txBody>
                  <a:tcPr/>
                </a:tc>
                <a:tc>
                  <a:txBody>
                    <a:bodyPr/>
                    <a:lstStyle/>
                    <a:p>
                      <a:pPr algn="l">
                        <a:lnSpc>
                          <a:spcPct val="150000"/>
                        </a:lnSpc>
                      </a:pPr>
                      <a:r>
                        <a:rPr kumimoji="0" lang="zh-TW" altLang="zh-TW" sz="1600" b="0" i="0" u="none" strike="noStrike" cap="none" normalizeH="0" baseline="0" dirty="0">
                          <a:ln>
                            <a:noFill/>
                          </a:ln>
                          <a:solidFill>
                            <a:schemeClr val="tx1"/>
                          </a:solidFill>
                          <a:effectLst/>
                          <a:latin typeface="+mn-ea"/>
                          <a:ea typeface="+mn-ea"/>
                          <a:hlinkClick r:id="rId7"/>
                        </a:rPr>
                        <a:t>Perplexity</a:t>
                      </a:r>
                      <a:endParaRPr lang="zh-TW" altLang="en-US" sz="1600" dirty="0">
                        <a:latin typeface="+mn-ea"/>
                        <a:ea typeface="+mn-ea"/>
                      </a:endParaRPr>
                    </a:p>
                  </a:txBody>
                  <a:tcPr/>
                </a:tc>
                <a:tc>
                  <a:txBody>
                    <a:bodyPr/>
                    <a:lstStyle/>
                    <a:p>
                      <a:pPr algn="l">
                        <a:lnSpc>
                          <a:spcPct val="150000"/>
                        </a:lnSpc>
                      </a:pPr>
                      <a:r>
                        <a:rPr kumimoji="0" lang="zh-TW" altLang="zh-TW" sz="1600" b="0" i="0" u="none" strike="noStrike" cap="none" normalizeH="0" baseline="0" dirty="0">
                          <a:ln>
                            <a:noFill/>
                          </a:ln>
                          <a:solidFill>
                            <a:schemeClr val="tx1"/>
                          </a:solidFill>
                          <a:effectLst/>
                          <a:latin typeface="+mn-ea"/>
                          <a:ea typeface="+mn-ea"/>
                        </a:rPr>
                        <a:t>快速搜尋市場資料與競品資訊</a:t>
                      </a:r>
                      <a:endParaRPr lang="zh-TW" altLang="en-US" sz="1600" dirty="0">
                        <a:latin typeface="+mn-ea"/>
                        <a:ea typeface="+mn-ea"/>
                      </a:endParaRPr>
                    </a:p>
                  </a:txBody>
                  <a:tcPr/>
                </a:tc>
                <a:extLst>
                  <a:ext uri="{0D108BD9-81ED-4DB2-BD59-A6C34878D82A}">
                    <a16:rowId xmlns:a16="http://schemas.microsoft.com/office/drawing/2014/main" val="3073641023"/>
                  </a:ext>
                </a:extLst>
              </a:tr>
              <a:tr h="622338">
                <a:tc>
                  <a:txBody>
                    <a:bodyPr/>
                    <a:lstStyle/>
                    <a:p>
                      <a:pPr algn="ctr">
                        <a:lnSpc>
                          <a:spcPct val="150000"/>
                        </a:lnSpc>
                      </a:pPr>
                      <a:r>
                        <a:rPr lang="en-US" altLang="zh-TW" sz="1600" dirty="0">
                          <a:latin typeface="+mn-ea"/>
                          <a:ea typeface="+mn-ea"/>
                        </a:rPr>
                        <a:t>3</a:t>
                      </a:r>
                      <a:endParaRPr lang="zh-TW" altLang="en-US" sz="1600" dirty="0">
                        <a:latin typeface="+mn-ea"/>
                        <a:ea typeface="+mn-ea"/>
                      </a:endParaRPr>
                    </a:p>
                  </a:txBody>
                  <a:tcPr/>
                </a:tc>
                <a:tc>
                  <a:txBody>
                    <a:bodyPr/>
                    <a:lstStyle/>
                    <a:p>
                      <a:pPr algn="l">
                        <a:lnSpc>
                          <a:spcPct val="150000"/>
                        </a:lnSpc>
                      </a:pPr>
                      <a:r>
                        <a:rPr lang="en-US" altLang="zh-TW" sz="1600" dirty="0">
                          <a:latin typeface="+mn-ea"/>
                          <a:ea typeface="+mn-ea"/>
                          <a:hlinkClick r:id="rId8"/>
                        </a:rPr>
                        <a:t>NotebookLM</a:t>
                      </a:r>
                      <a:endParaRPr lang="zh-TW" altLang="en-US" sz="1600" dirty="0">
                        <a:latin typeface="+mn-ea"/>
                        <a:ea typeface="+mn-ea"/>
                      </a:endParaRPr>
                    </a:p>
                  </a:txBody>
                  <a:tcPr/>
                </a:tc>
                <a:tc>
                  <a:txBody>
                    <a:bodyPr/>
                    <a:lstStyle/>
                    <a:p>
                      <a:pPr algn="l">
                        <a:lnSpc>
                          <a:spcPct val="150000"/>
                        </a:lnSpc>
                      </a:pPr>
                      <a:r>
                        <a:rPr lang="zh-TW" altLang="en-US" sz="1600" dirty="0">
                          <a:latin typeface="+mn-ea"/>
                          <a:ea typeface="+mn-ea"/>
                        </a:rPr>
                        <a:t>上傳大量文件檔案生成摘要、語音會議記錄重點摘要</a:t>
                      </a:r>
                    </a:p>
                  </a:txBody>
                  <a:tcPr/>
                </a:tc>
                <a:extLst>
                  <a:ext uri="{0D108BD9-81ED-4DB2-BD59-A6C34878D82A}">
                    <a16:rowId xmlns:a16="http://schemas.microsoft.com/office/drawing/2014/main" val="2930455800"/>
                  </a:ext>
                </a:extLst>
              </a:tr>
              <a:tr h="497802">
                <a:tc>
                  <a:txBody>
                    <a:bodyPr/>
                    <a:lstStyle/>
                    <a:p>
                      <a:pPr algn="ctr">
                        <a:lnSpc>
                          <a:spcPct val="150000"/>
                        </a:lnSpc>
                      </a:pPr>
                      <a:r>
                        <a:rPr lang="en-US" altLang="zh-TW" sz="1600" dirty="0">
                          <a:latin typeface="+mn-ea"/>
                          <a:ea typeface="+mn-ea"/>
                        </a:rPr>
                        <a:t>4</a:t>
                      </a:r>
                      <a:endParaRPr lang="zh-TW" altLang="en-US" sz="1600" dirty="0">
                        <a:latin typeface="+mn-ea"/>
                        <a:ea typeface="+mn-ea"/>
                      </a:endParaRPr>
                    </a:p>
                  </a:txBody>
                  <a:tcPr/>
                </a:tc>
                <a:tc>
                  <a:txBody>
                    <a:bodyPr/>
                    <a:lstStyle/>
                    <a:p>
                      <a:pPr algn="l">
                        <a:lnSpc>
                          <a:spcPct val="150000"/>
                        </a:lnSpc>
                      </a:pPr>
                      <a:r>
                        <a:rPr kumimoji="0" lang="zh-TW" altLang="zh-TW" sz="1600" b="0" i="0" u="none" strike="noStrike" cap="none" normalizeH="0" baseline="0" dirty="0">
                          <a:ln>
                            <a:noFill/>
                          </a:ln>
                          <a:solidFill>
                            <a:schemeClr val="tx1"/>
                          </a:solidFill>
                          <a:effectLst/>
                          <a:latin typeface="+mn-ea"/>
                          <a:ea typeface="+mn-ea"/>
                          <a:hlinkClick r:id="rId9"/>
                        </a:rPr>
                        <a:t>Napkin AI</a:t>
                      </a:r>
                      <a:endParaRPr lang="zh-TW" altLang="en-US" sz="1600" dirty="0">
                        <a:latin typeface="+mn-ea"/>
                        <a:ea typeface="+mn-ea"/>
                      </a:endParaRPr>
                    </a:p>
                  </a:txBody>
                  <a:tcPr/>
                </a:tc>
                <a:tc>
                  <a:txBody>
                    <a:bodyPr/>
                    <a:lstStyle/>
                    <a:p>
                      <a:pPr algn="l">
                        <a:lnSpc>
                          <a:spcPct val="150000"/>
                        </a:lnSpc>
                      </a:pPr>
                      <a:r>
                        <a:rPr lang="zh-TW" altLang="en-US" sz="1600" b="0" i="0" kern="1200" dirty="0">
                          <a:solidFill>
                            <a:schemeClr val="dk1"/>
                          </a:solidFill>
                          <a:effectLst/>
                          <a:latin typeface="+mn-ea"/>
                          <a:ea typeface="+mn-ea"/>
                          <a:cs typeface="+mn-cs"/>
                        </a:rPr>
                        <a:t>文字轉換成視覺化圖表</a:t>
                      </a:r>
                      <a:endParaRPr lang="zh-TW" altLang="en-US" sz="1600" dirty="0">
                        <a:latin typeface="+mn-ea"/>
                        <a:ea typeface="+mn-ea"/>
                      </a:endParaRPr>
                    </a:p>
                  </a:txBody>
                  <a:tcPr/>
                </a:tc>
                <a:extLst>
                  <a:ext uri="{0D108BD9-81ED-4DB2-BD59-A6C34878D82A}">
                    <a16:rowId xmlns:a16="http://schemas.microsoft.com/office/drawing/2014/main" val="3719210720"/>
                  </a:ext>
                </a:extLst>
              </a:tr>
              <a:tr h="497802">
                <a:tc>
                  <a:txBody>
                    <a:bodyPr/>
                    <a:lstStyle/>
                    <a:p>
                      <a:pPr algn="ctr">
                        <a:lnSpc>
                          <a:spcPct val="150000"/>
                        </a:lnSpc>
                      </a:pPr>
                      <a:r>
                        <a:rPr lang="en-US" altLang="zh-TW" sz="1600" dirty="0">
                          <a:latin typeface="+mn-ea"/>
                          <a:ea typeface="+mn-ea"/>
                        </a:rPr>
                        <a:t>5</a:t>
                      </a:r>
                      <a:endParaRPr lang="zh-TW" altLang="en-US" sz="1600" dirty="0">
                        <a:latin typeface="+mn-ea"/>
                        <a:ea typeface="+mn-ea"/>
                      </a:endParaRPr>
                    </a:p>
                  </a:txBody>
                  <a:tcPr/>
                </a:tc>
                <a:tc>
                  <a:txBody>
                    <a:bodyPr/>
                    <a:lstStyle/>
                    <a:p>
                      <a:pPr algn="l">
                        <a:lnSpc>
                          <a:spcPct val="150000"/>
                        </a:lnSpc>
                      </a:pPr>
                      <a:r>
                        <a:rPr kumimoji="0" lang="zh-TW" altLang="zh-TW" sz="1600" b="0" i="0" u="none" strike="noStrike" cap="none" normalizeH="0" baseline="0" dirty="0">
                          <a:ln>
                            <a:noFill/>
                          </a:ln>
                          <a:solidFill>
                            <a:schemeClr val="tx1"/>
                          </a:solidFill>
                          <a:effectLst/>
                          <a:latin typeface="+mn-ea"/>
                          <a:ea typeface="+mn-ea"/>
                          <a:hlinkClick r:id="rId10"/>
                        </a:rPr>
                        <a:t>Gamma</a:t>
                      </a:r>
                      <a:r>
                        <a:rPr kumimoji="0" lang="zh-TW" altLang="en-US" sz="1600" b="0" i="0" u="none" strike="noStrike" cap="none" normalizeH="0" baseline="0" dirty="0">
                          <a:ln>
                            <a:noFill/>
                          </a:ln>
                          <a:solidFill>
                            <a:schemeClr val="tx1"/>
                          </a:solidFill>
                          <a:effectLst/>
                          <a:latin typeface="+mn-ea"/>
                          <a:ea typeface="+mn-ea"/>
                        </a:rPr>
                        <a:t>、</a:t>
                      </a:r>
                      <a:r>
                        <a:rPr kumimoji="0" lang="en-US" altLang="zh-TW" sz="1600" b="0" i="0" u="none" strike="noStrike" cap="none" normalizeH="0" baseline="0" dirty="0">
                          <a:ln>
                            <a:noFill/>
                          </a:ln>
                          <a:solidFill>
                            <a:schemeClr val="tx1"/>
                          </a:solidFill>
                          <a:effectLst/>
                          <a:latin typeface="+mn-ea"/>
                          <a:ea typeface="+mn-ea"/>
                          <a:hlinkClick r:id="rId11"/>
                        </a:rPr>
                        <a:t>Kimi</a:t>
                      </a:r>
                      <a:r>
                        <a:rPr kumimoji="0" lang="zh-TW" altLang="en-US" sz="1600" b="0" i="0" u="none" strike="noStrike" cap="none" normalizeH="0" baseline="0" dirty="0">
                          <a:ln>
                            <a:noFill/>
                          </a:ln>
                          <a:solidFill>
                            <a:schemeClr val="tx1"/>
                          </a:solidFill>
                          <a:effectLst/>
                          <a:latin typeface="+mn-ea"/>
                          <a:ea typeface="+mn-ea"/>
                        </a:rPr>
                        <a:t>、</a:t>
                      </a:r>
                      <a:r>
                        <a:rPr kumimoji="0" lang="en-US" altLang="zh-TW" sz="1600" b="0" i="0" u="none" strike="noStrike" cap="none" normalizeH="0" baseline="0" dirty="0">
                          <a:ln>
                            <a:noFill/>
                          </a:ln>
                          <a:solidFill>
                            <a:schemeClr val="tx1"/>
                          </a:solidFill>
                          <a:effectLst/>
                          <a:latin typeface="+mn-ea"/>
                          <a:ea typeface="+mn-ea"/>
                          <a:hlinkClick r:id="rId12"/>
                        </a:rPr>
                        <a:t>Felo</a:t>
                      </a:r>
                      <a:endParaRPr lang="zh-TW" altLang="en-US" sz="1600" dirty="0">
                        <a:latin typeface="+mn-ea"/>
                        <a:ea typeface="+mn-ea"/>
                      </a:endParaRPr>
                    </a:p>
                  </a:txBody>
                  <a:tcPr/>
                </a:tc>
                <a:tc>
                  <a:txBody>
                    <a:bodyPr/>
                    <a:lstStyle/>
                    <a:p>
                      <a:pPr algn="l">
                        <a:lnSpc>
                          <a:spcPct val="150000"/>
                        </a:lnSpc>
                      </a:pPr>
                      <a:r>
                        <a:rPr lang="zh-TW" altLang="en-US" sz="1600" dirty="0">
                          <a:latin typeface="+mn-ea"/>
                          <a:ea typeface="+mn-ea"/>
                        </a:rPr>
                        <a:t>簡報自動生成</a:t>
                      </a:r>
                    </a:p>
                  </a:txBody>
                  <a:tcPr/>
                </a:tc>
                <a:extLst>
                  <a:ext uri="{0D108BD9-81ED-4DB2-BD59-A6C34878D82A}">
                    <a16:rowId xmlns:a16="http://schemas.microsoft.com/office/drawing/2014/main" val="2601394837"/>
                  </a:ext>
                </a:extLst>
              </a:tr>
            </a:tbl>
          </a:graphicData>
        </a:graphic>
      </p:graphicFrame>
      <p:sp>
        <p:nvSpPr>
          <p:cNvPr id="2" name="Donut 13">
            <a:extLst>
              <a:ext uri="{FF2B5EF4-FFF2-40B4-BE49-F238E27FC236}">
                <a16:creationId xmlns:a16="http://schemas.microsoft.com/office/drawing/2014/main" id="{DFF985A0-089B-43CE-6484-E1623FD4027E}"/>
              </a:ext>
            </a:extLst>
          </p:cNvPr>
          <p:cNvSpPr/>
          <p:nvPr/>
        </p:nvSpPr>
        <p:spPr>
          <a:xfrm rot="7488651">
            <a:off x="648655"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6" name="橢圓 5">
            <a:extLst>
              <a:ext uri="{FF2B5EF4-FFF2-40B4-BE49-F238E27FC236}">
                <a16:creationId xmlns:a16="http://schemas.microsoft.com/office/drawing/2014/main" id="{D7D746A7-57B8-AE74-675B-4520F78492E9}"/>
              </a:ext>
            </a:extLst>
          </p:cNvPr>
          <p:cNvSpPr/>
          <p:nvPr/>
        </p:nvSpPr>
        <p:spPr>
          <a:xfrm>
            <a:off x="278230" y="256526"/>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7" name="橢圓 6">
            <a:extLst>
              <a:ext uri="{FF2B5EF4-FFF2-40B4-BE49-F238E27FC236}">
                <a16:creationId xmlns:a16="http://schemas.microsoft.com/office/drawing/2014/main" id="{0A55383E-CE1C-EEBF-8B3C-A82A9D1ECE74}"/>
              </a:ext>
            </a:extLst>
          </p:cNvPr>
          <p:cNvSpPr/>
          <p:nvPr/>
        </p:nvSpPr>
        <p:spPr>
          <a:xfrm>
            <a:off x="104141" y="106293"/>
            <a:ext cx="1908000" cy="1908000"/>
          </a:xfrm>
          <a:prstGeom prst="ellipse">
            <a:avLst/>
          </a:prstGeom>
          <a:solidFill>
            <a:srgbClr val="FDB912"/>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8" name="橢圓 7">
            <a:extLst>
              <a:ext uri="{FF2B5EF4-FFF2-40B4-BE49-F238E27FC236}">
                <a16:creationId xmlns:a16="http://schemas.microsoft.com/office/drawing/2014/main" id="{1302A3AC-55E6-A7D9-0D1B-37A3EE3D88F4}"/>
              </a:ext>
            </a:extLst>
          </p:cNvPr>
          <p:cNvSpPr/>
          <p:nvPr/>
        </p:nvSpPr>
        <p:spPr>
          <a:xfrm>
            <a:off x="262327" y="264477"/>
            <a:ext cx="1591626" cy="1591632"/>
          </a:xfrm>
          <a:prstGeom prst="ellipse">
            <a:avLst/>
          </a:prstGeom>
          <a:solidFill>
            <a:sysClr val="window" lastClr="FFFFFF"/>
          </a:solidFill>
          <a:ln w="3841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dirty="0">
              <a:ln>
                <a:noFill/>
              </a:ln>
              <a:solidFill>
                <a:prstClr val="white"/>
              </a:solidFill>
              <a:effectLst/>
              <a:uLnTx/>
              <a:uFillTx/>
              <a:latin typeface="Calibri" panose="020F0502020204030204"/>
              <a:ea typeface="新細明體" panose="02020500000000000000" pitchFamily="18" charset="-120"/>
              <a:cs typeface="+mn-cs"/>
            </a:endParaRPr>
          </a:p>
        </p:txBody>
      </p:sp>
      <p:sp>
        <p:nvSpPr>
          <p:cNvPr id="9" name="Donut 13">
            <a:extLst>
              <a:ext uri="{FF2B5EF4-FFF2-40B4-BE49-F238E27FC236}">
                <a16:creationId xmlns:a16="http://schemas.microsoft.com/office/drawing/2014/main" id="{6A534EA1-D602-39D1-16E1-533222319A15}"/>
              </a:ext>
            </a:extLst>
          </p:cNvPr>
          <p:cNvSpPr/>
          <p:nvPr/>
        </p:nvSpPr>
        <p:spPr>
          <a:xfrm rot="267487">
            <a:off x="1014670" y="337716"/>
            <a:ext cx="818077" cy="1047779"/>
          </a:xfrm>
          <a:custGeom>
            <a:avLst/>
            <a:gdLst/>
            <a:ahLst/>
            <a:cxnLst/>
            <a:rect l="l" t="t" r="r" b="b"/>
            <a:pathLst>
              <a:path w="1911628" h="2448370">
                <a:moveTo>
                  <a:pt x="159028" y="0"/>
                </a:moveTo>
                <a:cubicBezTo>
                  <a:pt x="1126962" y="0"/>
                  <a:pt x="1911628" y="784666"/>
                  <a:pt x="1911628" y="1752600"/>
                </a:cubicBezTo>
                <a:cubicBezTo>
                  <a:pt x="1911628" y="1971660"/>
                  <a:pt x="1871438" y="2181334"/>
                  <a:pt x="1796069" y="2373897"/>
                </a:cubicBezTo>
                <a:lnTo>
                  <a:pt x="1484520" y="2448370"/>
                </a:lnTo>
                <a:lnTo>
                  <a:pt x="1376590" y="2085315"/>
                </a:lnTo>
                <a:cubicBezTo>
                  <a:pt x="1406890" y="1979599"/>
                  <a:pt x="1422337" y="1867904"/>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lose/>
              </a:path>
            </a:pathLst>
          </a:custGeom>
          <a:solidFill>
            <a:srgbClr val="15A085"/>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0" name="Donut 13">
            <a:extLst>
              <a:ext uri="{FF2B5EF4-FFF2-40B4-BE49-F238E27FC236}">
                <a16:creationId xmlns:a16="http://schemas.microsoft.com/office/drawing/2014/main" id="{0863ED9E-0330-DDB2-23A6-62B48C63E14F}"/>
              </a:ext>
            </a:extLst>
          </p:cNvPr>
          <p:cNvSpPr/>
          <p:nvPr/>
        </p:nvSpPr>
        <p:spPr>
          <a:xfrm rot="7488651">
            <a:off x="648656" y="947158"/>
            <a:ext cx="818081" cy="1047034"/>
          </a:xfrm>
          <a:custGeom>
            <a:avLst/>
            <a:gdLst/>
            <a:ahLst/>
            <a:cxnLst/>
            <a:rect l="l" t="t" r="r" b="b"/>
            <a:pathLst>
              <a:path w="1911628" h="2446640">
                <a:moveTo>
                  <a:pt x="10805" y="498722"/>
                </a:moveTo>
                <a:lnTo>
                  <a:pt x="237769" y="259080"/>
                </a:lnTo>
                <a:lnTo>
                  <a:pt x="0" y="8030"/>
                </a:lnTo>
                <a:lnTo>
                  <a:pt x="159028" y="0"/>
                </a:lnTo>
                <a:cubicBezTo>
                  <a:pt x="1126962" y="0"/>
                  <a:pt x="1911628" y="784666"/>
                  <a:pt x="1911628" y="1752600"/>
                </a:cubicBezTo>
                <a:cubicBezTo>
                  <a:pt x="1911628" y="1969707"/>
                  <a:pt x="1872152" y="2177593"/>
                  <a:pt x="1797852" y="2368654"/>
                </a:cubicBezTo>
                <a:lnTo>
                  <a:pt x="1478579" y="2446640"/>
                </a:lnTo>
                <a:lnTo>
                  <a:pt x="1371400" y="2092516"/>
                </a:lnTo>
                <a:cubicBezTo>
                  <a:pt x="1406097" y="1985258"/>
                  <a:pt x="1422337" y="1870826"/>
                  <a:pt x="1422337" y="1752600"/>
                </a:cubicBezTo>
                <a:cubicBezTo>
                  <a:pt x="1422337" y="1054894"/>
                  <a:pt x="856734" y="489291"/>
                  <a:pt x="159028" y="489291"/>
                </a:cubicBezTo>
                <a:cubicBezTo>
                  <a:pt x="108852" y="489291"/>
                  <a:pt x="59358" y="492216"/>
                  <a:pt x="10805" y="498722"/>
                </a:cubicBezTo>
                <a:close/>
              </a:path>
            </a:pathLst>
          </a:custGeom>
          <a:solidFill>
            <a:srgbClr val="1568B3"/>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1" name="Donut 13">
            <a:extLst>
              <a:ext uri="{FF2B5EF4-FFF2-40B4-BE49-F238E27FC236}">
                <a16:creationId xmlns:a16="http://schemas.microsoft.com/office/drawing/2014/main" id="{26ADB5C7-BDBE-2AB8-FE8C-8707549E9D52}"/>
              </a:ext>
            </a:extLst>
          </p:cNvPr>
          <p:cNvSpPr/>
          <p:nvPr/>
        </p:nvSpPr>
        <p:spPr>
          <a:xfrm rot="14667487">
            <a:off x="306207" y="328874"/>
            <a:ext cx="818081" cy="1046057"/>
          </a:xfrm>
          <a:custGeom>
            <a:avLst/>
            <a:gdLst/>
            <a:ahLst/>
            <a:cxnLst/>
            <a:rect l="l" t="t" r="r" b="b"/>
            <a:pathLst>
              <a:path w="1911628" h="2444355">
                <a:moveTo>
                  <a:pt x="1797134" y="2370766"/>
                </a:moveTo>
                <a:lnTo>
                  <a:pt x="1489282" y="2444355"/>
                </a:lnTo>
                <a:lnTo>
                  <a:pt x="1379591" y="2075377"/>
                </a:lnTo>
                <a:cubicBezTo>
                  <a:pt x="1407847" y="1972569"/>
                  <a:pt x="1422337" y="1864277"/>
                  <a:pt x="1422337" y="1752600"/>
                </a:cubicBezTo>
                <a:cubicBezTo>
                  <a:pt x="1422337" y="1054894"/>
                  <a:pt x="856734" y="489291"/>
                  <a:pt x="159028" y="489291"/>
                </a:cubicBezTo>
                <a:cubicBezTo>
                  <a:pt x="108852" y="489291"/>
                  <a:pt x="59358" y="492216"/>
                  <a:pt x="10805" y="498722"/>
                </a:cubicBezTo>
                <a:lnTo>
                  <a:pt x="237769" y="259080"/>
                </a:lnTo>
                <a:lnTo>
                  <a:pt x="0" y="8030"/>
                </a:lnTo>
                <a:cubicBezTo>
                  <a:pt x="52324" y="2409"/>
                  <a:pt x="105395" y="0"/>
                  <a:pt x="159028" y="0"/>
                </a:cubicBezTo>
                <a:cubicBezTo>
                  <a:pt x="1126962" y="0"/>
                  <a:pt x="1911628" y="784666"/>
                  <a:pt x="1911628" y="1752600"/>
                </a:cubicBezTo>
                <a:cubicBezTo>
                  <a:pt x="1911628" y="1970493"/>
                  <a:pt x="1871865" y="2179100"/>
                  <a:pt x="1797134" y="2370766"/>
                </a:cubicBezTo>
                <a:close/>
              </a:path>
            </a:pathLst>
          </a:custGeom>
          <a:solidFill>
            <a:srgbClr val="95CB6E"/>
          </a:solidFill>
          <a:ln w="25400" cap="flat" cmpd="sng" algn="ctr">
            <a:noFill/>
            <a:prstDash val="solid"/>
          </a:ln>
          <a:effectLst/>
          <a:scene3d>
            <a:camera prst="orthographicFront">
              <a:rot lat="0" lon="0" rev="0"/>
            </a:camera>
            <a:lightRig rig="contrasting" dir="t">
              <a:rot lat="0" lon="0" rev="7800000"/>
            </a:lightRig>
          </a:scene3d>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ndParaRPr>
          </a:p>
        </p:txBody>
      </p:sp>
      <p:sp>
        <p:nvSpPr>
          <p:cNvPr id="12" name="文本1">
            <a:extLst>
              <a:ext uri="{FF2B5EF4-FFF2-40B4-BE49-F238E27FC236}">
                <a16:creationId xmlns:a16="http://schemas.microsoft.com/office/drawing/2014/main" id="{791995DC-289A-0165-C001-46E0D2D27EC6}"/>
              </a:ext>
            </a:extLst>
          </p:cNvPr>
          <p:cNvSpPr/>
          <p:nvPr/>
        </p:nvSpPr>
        <p:spPr>
          <a:xfrm rot="3594807">
            <a:off x="712619" y="562534"/>
            <a:ext cx="1101435" cy="786987"/>
          </a:xfrm>
          <a:prstGeom prst="rect">
            <a:avLst/>
          </a:prstGeom>
          <a:noFill/>
          <a:ln w="25400" cap="flat" cmpd="sng" algn="ctr">
            <a:noFill/>
            <a:prstDash val="solid"/>
          </a:ln>
          <a:effectLst/>
        </p:spPr>
        <p:txBody>
          <a:bodyPr spcFirstLastPara="1" lIns="91430" tIns="45716" rIns="91430" bIns="45716" numCol="1" anchor="ctr">
            <a:prstTxWarp prst="textArchUp">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zh-TW" altLang="en-US" sz="1250" b="1" kern="0" spc="50" dirty="0">
                <a:solidFill>
                  <a:srgbClr val="F9F9F9"/>
                </a:solidFill>
                <a:latin typeface="+mj-ea"/>
                <a:ea typeface="+mj-ea"/>
              </a:rPr>
              <a:t>智能應用</a:t>
            </a:r>
            <a:endParaRPr lang="zh-CN" altLang="en-US" sz="1250" b="1" kern="0" spc="50" dirty="0">
              <a:solidFill>
                <a:srgbClr val="F9F9F9"/>
              </a:solidFill>
              <a:latin typeface="+mj-ea"/>
              <a:ea typeface="+mj-ea"/>
            </a:endParaRPr>
          </a:p>
        </p:txBody>
      </p:sp>
      <p:sp>
        <p:nvSpPr>
          <p:cNvPr id="13" name="文本4">
            <a:extLst>
              <a:ext uri="{FF2B5EF4-FFF2-40B4-BE49-F238E27FC236}">
                <a16:creationId xmlns:a16="http://schemas.microsoft.com/office/drawing/2014/main" id="{C3FF7526-11BD-5615-8F8A-3F6A0C0DB3A6}"/>
              </a:ext>
            </a:extLst>
          </p:cNvPr>
          <p:cNvSpPr/>
          <p:nvPr/>
        </p:nvSpPr>
        <p:spPr>
          <a:xfrm>
            <a:off x="542478" y="213828"/>
            <a:ext cx="102059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4123060"/>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en-US" altLang="zh-TW" sz="1300" b="1" kern="0" spc="50" dirty="0">
                <a:solidFill>
                  <a:srgbClr val="FFFFFF"/>
                </a:solidFill>
                <a:latin typeface="+mj-lt"/>
                <a:ea typeface="微软雅黑" pitchFamily="34" charset="-122"/>
              </a:rPr>
              <a:t>AI</a:t>
            </a:r>
            <a:endParaRPr lang="zh-CN" altLang="en-US" sz="1300" b="1" kern="0" spc="50" dirty="0">
              <a:solidFill>
                <a:srgbClr val="FFFFFF"/>
              </a:solidFill>
              <a:latin typeface="+mj-lt"/>
              <a:ea typeface="微软雅黑" pitchFamily="34" charset="-122"/>
            </a:endParaRPr>
          </a:p>
        </p:txBody>
      </p:sp>
      <p:sp>
        <p:nvSpPr>
          <p:cNvPr id="14" name="文字方塊 13">
            <a:extLst>
              <a:ext uri="{FF2B5EF4-FFF2-40B4-BE49-F238E27FC236}">
                <a16:creationId xmlns:a16="http://schemas.microsoft.com/office/drawing/2014/main" id="{DD4D5267-F9DE-C081-6E54-E0083C0C887B}"/>
              </a:ext>
            </a:extLst>
          </p:cNvPr>
          <p:cNvSpPr txBox="1"/>
          <p:nvPr/>
        </p:nvSpPr>
        <p:spPr>
          <a:xfrm>
            <a:off x="522934" y="760201"/>
            <a:ext cx="1069524" cy="646331"/>
          </a:xfrm>
          <a:prstGeom prst="rect">
            <a:avLst/>
          </a:prstGeom>
          <a:noFill/>
        </p:spPr>
        <p:txBody>
          <a:bodyPr wrap="none" rtlCol="0">
            <a:spAutoFit/>
          </a:bodyPr>
          <a:lstStyle/>
          <a:p>
            <a:pPr lvl="0" algn="ctr">
              <a:defRPr/>
            </a:pPr>
            <a:r>
              <a:rPr lang="en-US" altLang="zh-TW" sz="1800" b="1" dirty="0">
                <a:solidFill>
                  <a:srgbClr val="F68B1E"/>
                </a:solidFill>
              </a:rPr>
              <a:t>ESG</a:t>
            </a:r>
            <a:r>
              <a:rPr lang="zh-TW" altLang="en-US" sz="1800" b="1" dirty="0">
                <a:solidFill>
                  <a:srgbClr val="F68B1E"/>
                </a:solidFill>
              </a:rPr>
              <a:t>×</a:t>
            </a:r>
            <a:r>
              <a:rPr lang="en-US" altLang="zh-TW" sz="1800" b="1" dirty="0">
                <a:solidFill>
                  <a:srgbClr val="F68B1E"/>
                </a:solidFill>
              </a:rPr>
              <a:t>AI</a:t>
            </a:r>
          </a:p>
          <a:p>
            <a:pPr algn="ctr">
              <a:defRPr/>
            </a:pPr>
            <a:r>
              <a:rPr lang="en-US" altLang="zh-TW" sz="1800" b="1" dirty="0">
                <a:solidFill>
                  <a:srgbClr val="F68B1E"/>
                </a:solidFill>
              </a:rPr>
              <a:t>Moment</a:t>
            </a:r>
            <a:endParaRPr lang="zh-TW" altLang="en-US" sz="1800" b="1" dirty="0">
              <a:solidFill>
                <a:srgbClr val="F68B1E"/>
              </a:solidFill>
            </a:endParaRPr>
          </a:p>
        </p:txBody>
      </p:sp>
      <p:sp>
        <p:nvSpPr>
          <p:cNvPr id="15" name="文本3">
            <a:extLst>
              <a:ext uri="{FF2B5EF4-FFF2-40B4-BE49-F238E27FC236}">
                <a16:creationId xmlns:a16="http://schemas.microsoft.com/office/drawing/2014/main" id="{F24E1A93-46F2-E3A0-5A39-1DE9C78C896B}"/>
              </a:ext>
            </a:extLst>
          </p:cNvPr>
          <p:cNvSpPr/>
          <p:nvPr/>
        </p:nvSpPr>
        <p:spPr>
          <a:xfrm rot="18130980">
            <a:off x="307100" y="560858"/>
            <a:ext cx="1119829" cy="786987"/>
          </a:xfrm>
          <a:prstGeom prst="rect">
            <a:avLst/>
          </a:prstGeom>
          <a:noFill/>
          <a:ln w="25400" cap="flat" cmpd="sng" algn="ctr">
            <a:noFill/>
            <a:prstDash val="solid"/>
          </a:ln>
          <a:effectLst/>
        </p:spPr>
        <p:txBody>
          <a:bodyPr spcFirstLastPara="1" lIns="91430" tIns="45716" rIns="91430" bIns="45716" numCol="1" anchor="ctr">
            <a:prstTxWarp prst="textArchUp">
              <a:avLst>
                <a:gd name="adj" fmla="val 13453619"/>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a:pPr>
            <a:r>
              <a:rPr lang="zh-TW" altLang="en-US" sz="1250" b="1" kern="0" spc="50" dirty="0">
                <a:solidFill>
                  <a:srgbClr val="F9F9F9"/>
                </a:solidFill>
                <a:latin typeface="+mj-ea"/>
                <a:ea typeface="+mj-ea"/>
              </a:rPr>
              <a:t>綠色工程</a:t>
            </a:r>
            <a:endParaRPr lang="zh-CN" altLang="en-US" sz="1250" b="1" kern="0" spc="50" dirty="0">
              <a:solidFill>
                <a:srgbClr val="F9F9F9"/>
              </a:solidFill>
              <a:latin typeface="+mj-ea"/>
              <a:ea typeface="+mj-ea"/>
            </a:endParaRPr>
          </a:p>
        </p:txBody>
      </p:sp>
      <p:sp>
        <p:nvSpPr>
          <p:cNvPr id="16" name="文本2">
            <a:extLst>
              <a:ext uri="{FF2B5EF4-FFF2-40B4-BE49-F238E27FC236}">
                <a16:creationId xmlns:a16="http://schemas.microsoft.com/office/drawing/2014/main" id="{9B9BEAB3-92B3-76E0-1E18-7935372667B9}"/>
              </a:ext>
            </a:extLst>
          </p:cNvPr>
          <p:cNvSpPr/>
          <p:nvPr/>
        </p:nvSpPr>
        <p:spPr>
          <a:xfrm rot="21439826">
            <a:off x="531762" y="942840"/>
            <a:ext cx="1055472" cy="786987"/>
          </a:xfrm>
          <a:prstGeom prst="rect">
            <a:avLst/>
          </a:prstGeom>
          <a:noFill/>
          <a:ln w="25400" cap="flat" cmpd="sng" algn="ctr">
            <a:noFill/>
            <a:prstDash val="solid"/>
          </a:ln>
          <a:effectLst/>
        </p:spPr>
        <p:txBody>
          <a:bodyPr spcFirstLastPara="1" lIns="91430" tIns="45716" rIns="91430" bIns="45716" numCol="1" anchor="ctr">
            <a:prstTxWarp prst="textArchDown">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algn="ctr" defTabSz="457200" rtl="0" eaLnBrk="1" latinLnBrk="0" hangingPunct="1">
              <a:defRPr/>
            </a:pPr>
            <a:r>
              <a:rPr lang="zh-TW" altLang="en-US" sz="1250" b="1" kern="0" spc="200" baseline="0" dirty="0">
                <a:solidFill>
                  <a:srgbClr val="F9F9F9"/>
                </a:solidFill>
                <a:latin typeface="+mj-ea"/>
                <a:ea typeface="+mj-ea"/>
                <a:cs typeface="+mn-cs"/>
              </a:rPr>
              <a:t>循環經濟</a:t>
            </a:r>
            <a:endParaRPr lang="zh-CN" altLang="en-US" sz="1250" b="1" kern="0" spc="200" baseline="0" dirty="0">
              <a:solidFill>
                <a:srgbClr val="F9F9F9"/>
              </a:solidFill>
              <a:latin typeface="+mj-ea"/>
              <a:ea typeface="+mj-ea"/>
              <a:cs typeface="+mn-cs"/>
            </a:endParaRPr>
          </a:p>
        </p:txBody>
      </p:sp>
    </p:spTree>
    <p:extLst>
      <p:ext uri="{BB962C8B-B14F-4D97-AF65-F5344CB8AC3E}">
        <p14:creationId xmlns:p14="http://schemas.microsoft.com/office/powerpoint/2010/main" val="1497425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3">
            <a:extLst>
              <a:ext uri="{FF2B5EF4-FFF2-40B4-BE49-F238E27FC236}">
                <a16:creationId xmlns:a16="http://schemas.microsoft.com/office/drawing/2014/main" id="{C0D327FE-242E-37C9-7B6E-FD99041B97BC}"/>
              </a:ext>
            </a:extLst>
          </p:cNvPr>
          <p:cNvSpPr txBox="1">
            <a:spLocks/>
          </p:cNvSpPr>
          <p:nvPr/>
        </p:nvSpPr>
        <p:spPr>
          <a:xfrm>
            <a:off x="2040744" y="864000"/>
            <a:ext cx="9903857" cy="685799"/>
          </a:xfrm>
          <a:prstGeom prst="rect">
            <a:avLst/>
          </a:prstGeom>
        </p:spPr>
        <p:txBody>
          <a:bodyPr>
            <a:normAutofit/>
          </a:bodyPr>
          <a:lstStyle>
            <a:lvl1pPr algn="l" defTabSz="342900" rtl="0" eaLnBrk="1" latinLnBrk="0" hangingPunct="1">
              <a:spcBef>
                <a:spcPct val="0"/>
              </a:spcBef>
              <a:buNone/>
              <a:defRPr sz="2600" b="1" i="0" kern="1600" spc="0">
                <a:solidFill>
                  <a:srgbClr val="FF9B14"/>
                </a:solidFill>
                <a:latin typeface="+mj-ea"/>
                <a:ea typeface="+mj-ea"/>
                <a:cs typeface="+mj-cs"/>
              </a:defRPr>
            </a:lvl1pPr>
          </a:lstStyle>
          <a:p>
            <a:pPr marL="0" marR="0" lvl="0" indent="0" algn="l" defTabSz="342900" rtl="0" eaLnBrk="1" fontAlgn="auto" latinLnBrk="0" hangingPunct="1">
              <a:lnSpc>
                <a:spcPct val="100000"/>
              </a:lnSpc>
              <a:spcBef>
                <a:spcPct val="0"/>
              </a:spcBef>
              <a:spcAft>
                <a:spcPts val="0"/>
              </a:spcAft>
              <a:buClrTx/>
              <a:buSzTx/>
              <a:buFontTx/>
              <a:buNone/>
              <a:tabLst/>
              <a:defRPr/>
            </a:pPr>
            <a:r>
              <a:rPr kumimoji="0" lang="en-US" altLang="zh-TW" sz="2600" b="1" i="0" u="none" strike="noStrike" kern="1600" cap="none" spc="0" normalizeH="0" baseline="0" noProof="0" dirty="0">
                <a:ln>
                  <a:noFill/>
                </a:ln>
                <a:solidFill>
                  <a:srgbClr val="FF9B14"/>
                </a:solidFill>
                <a:effectLst/>
                <a:uLnTx/>
                <a:uFillTx/>
                <a:latin typeface="+mj-lt"/>
                <a:ea typeface="微軟正黑體" panose="020B0604030504040204" pitchFamily="34" charset="-120"/>
                <a:cs typeface="+mj-cs"/>
              </a:rPr>
              <a:t>Summary of Common AI Tool Functions</a:t>
            </a:r>
            <a:endParaRPr kumimoji="0" lang="zh-TW" altLang="en-US" sz="2600" b="1" i="0" u="none" strike="noStrike" kern="1600" cap="none" spc="0" normalizeH="0" baseline="0" noProof="0" dirty="0">
              <a:ln>
                <a:noFill/>
              </a:ln>
              <a:solidFill>
                <a:srgbClr val="FF9B14"/>
              </a:solidFill>
              <a:effectLst/>
              <a:uLnTx/>
              <a:uFillTx/>
              <a:latin typeface="+mj-lt"/>
              <a:ea typeface="微軟正黑體" panose="020B0604030504040204" pitchFamily="34" charset="-120"/>
              <a:cs typeface="+mj-cs"/>
            </a:endParaRPr>
          </a:p>
        </p:txBody>
      </p:sp>
      <p:sp>
        <p:nvSpPr>
          <p:cNvPr id="4" name="文字方塊 3">
            <a:extLst>
              <a:ext uri="{FF2B5EF4-FFF2-40B4-BE49-F238E27FC236}">
                <a16:creationId xmlns:a16="http://schemas.microsoft.com/office/drawing/2014/main" id="{0C0582D6-E886-E012-0A6A-5A5A0210A6E2}"/>
              </a:ext>
            </a:extLst>
          </p:cNvPr>
          <p:cNvSpPr txBox="1"/>
          <p:nvPr/>
        </p:nvSpPr>
        <p:spPr>
          <a:xfrm>
            <a:off x="1506000" y="6354000"/>
            <a:ext cx="5345039"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TW"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hlinkClick r:id="rId3"/>
              </a:rPr>
              <a:t>https://www.ibest.com.tw/news-detail/2025-ai-tools/</a:t>
            </a:r>
            <a:endParaRPr kumimoji="0" lang="en-US" altLang="zh-TW"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TW" altLang="en-US" sz="1000" b="0" i="0" u="none" strike="noStrike" kern="1200" cap="none" spc="0" normalizeH="0" baseline="0" noProof="0" dirty="0">
              <a:ln>
                <a:noFill/>
              </a:ln>
              <a:solidFill>
                <a:srgbClr val="212121"/>
              </a:solidFill>
              <a:effectLst/>
              <a:uLnTx/>
              <a:uFillTx/>
              <a:latin typeface="Arial"/>
              <a:ea typeface="微軟正黑體" panose="020B0604030504040204" pitchFamily="34" charset="-120"/>
              <a:cs typeface="+mn-cs"/>
            </a:endParaRPr>
          </a:p>
        </p:txBody>
      </p:sp>
      <p:graphicFrame>
        <p:nvGraphicFramePr>
          <p:cNvPr id="5" name="表格 31">
            <a:extLst>
              <a:ext uri="{FF2B5EF4-FFF2-40B4-BE49-F238E27FC236}">
                <a16:creationId xmlns:a16="http://schemas.microsoft.com/office/drawing/2014/main" id="{3F5A659B-C1ED-05C4-26C3-4CAD25C31FE8}"/>
              </a:ext>
            </a:extLst>
          </p:cNvPr>
          <p:cNvGraphicFramePr>
            <a:graphicFrameLocks noGrp="1"/>
          </p:cNvGraphicFramePr>
          <p:nvPr>
            <p:extLst>
              <p:ext uri="{D42A27DB-BD31-4B8C-83A1-F6EECF244321}">
                <p14:modId xmlns:p14="http://schemas.microsoft.com/office/powerpoint/2010/main" val="1146241365"/>
              </p:ext>
            </p:extLst>
          </p:nvPr>
        </p:nvGraphicFramePr>
        <p:xfrm>
          <a:off x="1943380" y="2162957"/>
          <a:ext cx="8446814" cy="3210157"/>
        </p:xfrm>
        <a:graphic>
          <a:graphicData uri="http://schemas.openxmlformats.org/drawingml/2006/table">
            <a:tbl>
              <a:tblPr firstRow="1" bandRow="1">
                <a:tableStyleId>{5C22544A-7EE6-4342-B048-85BDC9FD1C3A}</a:tableStyleId>
              </a:tblPr>
              <a:tblGrid>
                <a:gridCol w="859245">
                  <a:extLst>
                    <a:ext uri="{9D8B030D-6E8A-4147-A177-3AD203B41FA5}">
                      <a16:colId xmlns:a16="http://schemas.microsoft.com/office/drawing/2014/main" val="3940259747"/>
                    </a:ext>
                  </a:extLst>
                </a:gridCol>
                <a:gridCol w="2719729">
                  <a:extLst>
                    <a:ext uri="{9D8B030D-6E8A-4147-A177-3AD203B41FA5}">
                      <a16:colId xmlns:a16="http://schemas.microsoft.com/office/drawing/2014/main" val="3535948563"/>
                    </a:ext>
                  </a:extLst>
                </a:gridCol>
                <a:gridCol w="4867840">
                  <a:extLst>
                    <a:ext uri="{9D8B030D-6E8A-4147-A177-3AD203B41FA5}">
                      <a16:colId xmlns:a16="http://schemas.microsoft.com/office/drawing/2014/main" val="2258558401"/>
                    </a:ext>
                  </a:extLst>
                </a:gridCol>
              </a:tblGrid>
              <a:tr h="456104">
                <a:tc>
                  <a:txBody>
                    <a:bodyPr/>
                    <a:lstStyle/>
                    <a:p>
                      <a:pPr algn="ctr">
                        <a:lnSpc>
                          <a:spcPct val="150000"/>
                        </a:lnSpc>
                      </a:pPr>
                      <a:r>
                        <a:rPr lang="en-US" altLang="zh-TW" sz="1400" dirty="0">
                          <a:latin typeface="+mj-lt"/>
                        </a:rPr>
                        <a:t>Item</a:t>
                      </a:r>
                      <a:endParaRPr lang="zh-TW" altLang="en-US" sz="1400" dirty="0">
                        <a:latin typeface="+mj-lt"/>
                      </a:endParaRPr>
                    </a:p>
                  </a:txBody>
                  <a:tcPr/>
                </a:tc>
                <a:tc>
                  <a:txBody>
                    <a:bodyPr/>
                    <a:lstStyle/>
                    <a:p>
                      <a:pPr algn="ctr">
                        <a:lnSpc>
                          <a:spcPct val="150000"/>
                        </a:lnSpc>
                      </a:pPr>
                      <a:r>
                        <a:rPr lang="en-US" altLang="zh-TW" sz="1400" dirty="0">
                          <a:latin typeface="+mj-lt"/>
                        </a:rPr>
                        <a:t>Tool name</a:t>
                      </a:r>
                      <a:endParaRPr lang="zh-TW" altLang="en-US" sz="1400" dirty="0">
                        <a:latin typeface="+mj-lt"/>
                      </a:endParaRPr>
                    </a:p>
                  </a:txBody>
                  <a:tcPr/>
                </a:tc>
                <a:tc>
                  <a:txBody>
                    <a:bodyPr/>
                    <a:lstStyle/>
                    <a:p>
                      <a:pPr algn="ctr">
                        <a:lnSpc>
                          <a:spcPct val="150000"/>
                        </a:lnSpc>
                      </a:pPr>
                      <a:r>
                        <a:rPr lang="en-US" altLang="zh-TW" sz="1400" dirty="0">
                          <a:latin typeface="+mj-lt"/>
                        </a:rPr>
                        <a:t>Commonly used functions</a:t>
                      </a:r>
                      <a:endParaRPr lang="zh-TW" altLang="en-US" sz="1400" dirty="0">
                        <a:latin typeface="+mj-lt"/>
                      </a:endParaRPr>
                    </a:p>
                  </a:txBody>
                  <a:tcPr/>
                </a:tc>
                <a:extLst>
                  <a:ext uri="{0D108BD9-81ED-4DB2-BD59-A6C34878D82A}">
                    <a16:rowId xmlns:a16="http://schemas.microsoft.com/office/drawing/2014/main" val="4150522568"/>
                  </a:ext>
                </a:extLst>
              </a:tr>
              <a:tr h="635789">
                <a:tc>
                  <a:txBody>
                    <a:bodyPr/>
                    <a:lstStyle/>
                    <a:p>
                      <a:pPr algn="ctr">
                        <a:lnSpc>
                          <a:spcPct val="150000"/>
                        </a:lnSpc>
                      </a:pPr>
                      <a:r>
                        <a:rPr lang="en-US" altLang="zh-TW" sz="1400" dirty="0">
                          <a:latin typeface="+mj-lt"/>
                          <a:ea typeface="+mn-ea"/>
                        </a:rPr>
                        <a:t>1</a:t>
                      </a:r>
                      <a:endParaRPr lang="zh-TW" altLang="en-US" sz="1400" dirty="0">
                        <a:latin typeface="+mj-lt"/>
                        <a:ea typeface="+mn-ea"/>
                      </a:endParaRPr>
                    </a:p>
                  </a:txBody>
                  <a:tcPr/>
                </a:tc>
                <a:tc>
                  <a:txBody>
                    <a:bodyPr/>
                    <a:lstStyle/>
                    <a:p>
                      <a:pPr>
                        <a:lnSpc>
                          <a:spcPct val="150000"/>
                        </a:lnSpc>
                      </a:pPr>
                      <a:r>
                        <a:rPr lang="en-US" altLang="zh-TW" sz="1400" dirty="0">
                          <a:latin typeface="+mj-lt"/>
                          <a:ea typeface="+mn-ea"/>
                          <a:hlinkClick r:id="rId4"/>
                        </a:rPr>
                        <a:t>ChatGPT</a:t>
                      </a:r>
                      <a:r>
                        <a:rPr lang="zh-TW" altLang="en-US" sz="1400" dirty="0">
                          <a:latin typeface="+mj-lt"/>
                          <a:ea typeface="+mn-ea"/>
                        </a:rPr>
                        <a:t>、</a:t>
                      </a:r>
                      <a:r>
                        <a:rPr lang="en-US" altLang="zh-TW" sz="1400" dirty="0">
                          <a:latin typeface="+mj-lt"/>
                          <a:ea typeface="+mn-ea"/>
                          <a:hlinkClick r:id="rId5"/>
                        </a:rPr>
                        <a:t>Gemini</a:t>
                      </a:r>
                      <a:r>
                        <a:rPr lang="zh-TW" altLang="en-US" sz="1400" dirty="0">
                          <a:latin typeface="+mj-lt"/>
                          <a:ea typeface="+mn-ea"/>
                        </a:rPr>
                        <a:t>、</a:t>
                      </a:r>
                      <a:r>
                        <a:rPr lang="en-US" altLang="zh-TW" sz="1400" dirty="0">
                          <a:latin typeface="+mj-lt"/>
                          <a:ea typeface="+mn-ea"/>
                          <a:hlinkClick r:id="rId6"/>
                        </a:rPr>
                        <a:t>Grok</a:t>
                      </a:r>
                      <a:endParaRPr lang="zh-TW" altLang="en-US" sz="1400" dirty="0">
                        <a:latin typeface="+mj-lt"/>
                        <a:ea typeface="+mn-ea"/>
                      </a:endParaRPr>
                    </a:p>
                  </a:txBody>
                  <a:tcPr/>
                </a:tc>
                <a:tc>
                  <a:txBody>
                    <a:bodyPr/>
                    <a:lstStyle/>
                    <a:p>
                      <a:pPr>
                        <a:lnSpc>
                          <a:spcPct val="150000"/>
                        </a:lnSpc>
                      </a:pPr>
                      <a:r>
                        <a:rPr kumimoji="0" lang="en-US" altLang="zh-TW" sz="1400" b="0" i="0" u="none" strike="noStrike" cap="none" normalizeH="0" baseline="0" dirty="0">
                          <a:ln>
                            <a:noFill/>
                          </a:ln>
                          <a:solidFill>
                            <a:schemeClr val="tx1"/>
                          </a:solidFill>
                          <a:effectLst/>
                          <a:latin typeface="+mj-lt"/>
                          <a:ea typeface="+mn-ea"/>
                        </a:rPr>
                        <a:t>Generate research reports, briefing outlines, generate images, and recognize image text</a:t>
                      </a:r>
                      <a:endParaRPr lang="zh-TW" altLang="en-US" sz="1400" dirty="0">
                        <a:latin typeface="+mj-lt"/>
                        <a:ea typeface="+mn-ea"/>
                      </a:endParaRPr>
                    </a:p>
                  </a:txBody>
                  <a:tcPr/>
                </a:tc>
                <a:extLst>
                  <a:ext uri="{0D108BD9-81ED-4DB2-BD59-A6C34878D82A}">
                    <a16:rowId xmlns:a16="http://schemas.microsoft.com/office/drawing/2014/main" val="904668298"/>
                  </a:ext>
                </a:extLst>
              </a:tr>
              <a:tr h="452466">
                <a:tc>
                  <a:txBody>
                    <a:bodyPr/>
                    <a:lstStyle/>
                    <a:p>
                      <a:pPr algn="ctr">
                        <a:lnSpc>
                          <a:spcPct val="150000"/>
                        </a:lnSpc>
                      </a:pPr>
                      <a:r>
                        <a:rPr lang="en-US" altLang="zh-TW" sz="1400" dirty="0">
                          <a:latin typeface="+mj-lt"/>
                          <a:ea typeface="+mn-ea"/>
                        </a:rPr>
                        <a:t>2</a:t>
                      </a:r>
                      <a:endParaRPr lang="zh-TW" altLang="en-US" sz="1400" dirty="0">
                        <a:latin typeface="+mj-lt"/>
                        <a:ea typeface="+mn-ea"/>
                      </a:endParaRPr>
                    </a:p>
                  </a:txBody>
                  <a:tcPr/>
                </a:tc>
                <a:tc>
                  <a:txBody>
                    <a:bodyPr/>
                    <a:lstStyle/>
                    <a:p>
                      <a:pPr>
                        <a:lnSpc>
                          <a:spcPct val="150000"/>
                        </a:lnSpc>
                      </a:pPr>
                      <a:r>
                        <a:rPr kumimoji="0" lang="zh-TW" altLang="zh-TW" sz="1400" b="0" i="0" u="none" strike="noStrike" cap="none" normalizeH="0" baseline="0" dirty="0">
                          <a:ln>
                            <a:noFill/>
                          </a:ln>
                          <a:solidFill>
                            <a:schemeClr val="tx1"/>
                          </a:solidFill>
                          <a:effectLst/>
                          <a:latin typeface="+mj-lt"/>
                          <a:ea typeface="+mn-ea"/>
                          <a:hlinkClick r:id="rId7"/>
                        </a:rPr>
                        <a:t>Perplexity</a:t>
                      </a:r>
                      <a:endParaRPr lang="zh-TW" altLang="en-US" sz="1400" dirty="0">
                        <a:latin typeface="+mj-lt"/>
                        <a:ea typeface="+mn-ea"/>
                      </a:endParaRPr>
                    </a:p>
                  </a:txBody>
                  <a:tcPr/>
                </a:tc>
                <a:tc>
                  <a:txBody>
                    <a:bodyPr/>
                    <a:lstStyle/>
                    <a:p>
                      <a:pPr>
                        <a:lnSpc>
                          <a:spcPct val="150000"/>
                        </a:lnSpc>
                      </a:pPr>
                      <a:r>
                        <a:rPr kumimoji="0" lang="en-US" altLang="zh-TW" sz="1400" b="0" i="0" u="none" strike="noStrike" cap="none" normalizeH="0" baseline="0" dirty="0">
                          <a:ln>
                            <a:noFill/>
                          </a:ln>
                          <a:solidFill>
                            <a:schemeClr val="tx1"/>
                          </a:solidFill>
                          <a:effectLst/>
                          <a:latin typeface="+mj-lt"/>
                          <a:ea typeface="+mn-ea"/>
                        </a:rPr>
                        <a:t>Quickly search for market data and competitive information</a:t>
                      </a:r>
                      <a:endParaRPr lang="zh-TW" altLang="en-US" sz="1400" dirty="0">
                        <a:latin typeface="+mj-lt"/>
                        <a:ea typeface="+mn-ea"/>
                      </a:endParaRPr>
                    </a:p>
                  </a:txBody>
                  <a:tcPr/>
                </a:tc>
                <a:extLst>
                  <a:ext uri="{0D108BD9-81ED-4DB2-BD59-A6C34878D82A}">
                    <a16:rowId xmlns:a16="http://schemas.microsoft.com/office/drawing/2014/main" val="3073641023"/>
                  </a:ext>
                </a:extLst>
              </a:tr>
              <a:tr h="635789">
                <a:tc>
                  <a:txBody>
                    <a:bodyPr/>
                    <a:lstStyle/>
                    <a:p>
                      <a:pPr algn="ctr">
                        <a:lnSpc>
                          <a:spcPct val="150000"/>
                        </a:lnSpc>
                      </a:pPr>
                      <a:r>
                        <a:rPr lang="en-US" altLang="zh-TW" sz="1400" dirty="0">
                          <a:latin typeface="+mj-lt"/>
                          <a:ea typeface="+mn-ea"/>
                        </a:rPr>
                        <a:t>3</a:t>
                      </a:r>
                      <a:endParaRPr lang="zh-TW" altLang="en-US" sz="1400" dirty="0">
                        <a:latin typeface="+mj-lt"/>
                        <a:ea typeface="+mn-ea"/>
                      </a:endParaRPr>
                    </a:p>
                  </a:txBody>
                  <a:tcPr/>
                </a:tc>
                <a:tc>
                  <a:txBody>
                    <a:bodyPr/>
                    <a:lstStyle/>
                    <a:p>
                      <a:pPr>
                        <a:lnSpc>
                          <a:spcPct val="150000"/>
                        </a:lnSpc>
                      </a:pPr>
                      <a:r>
                        <a:rPr lang="en-US" altLang="zh-TW" sz="1400" dirty="0">
                          <a:latin typeface="+mj-lt"/>
                          <a:ea typeface="+mn-ea"/>
                          <a:hlinkClick r:id="rId8"/>
                        </a:rPr>
                        <a:t>NotebookLM</a:t>
                      </a:r>
                      <a:endParaRPr lang="zh-TW" altLang="en-US" sz="1400" dirty="0">
                        <a:latin typeface="+mj-lt"/>
                        <a:ea typeface="+mn-ea"/>
                      </a:endParaRPr>
                    </a:p>
                  </a:txBody>
                  <a:tcPr/>
                </a:tc>
                <a:tc>
                  <a:txBody>
                    <a:bodyPr/>
                    <a:lstStyle/>
                    <a:p>
                      <a:pPr>
                        <a:lnSpc>
                          <a:spcPct val="150000"/>
                        </a:lnSpc>
                      </a:pPr>
                      <a:r>
                        <a:rPr lang="en-US" altLang="zh-TW" sz="1400" dirty="0">
                          <a:latin typeface="+mj-lt"/>
                          <a:ea typeface="+mn-ea"/>
                        </a:rPr>
                        <a:t>Upload a large number of files and archives to generate summaries, key summaries of voice conference records</a:t>
                      </a:r>
                      <a:endParaRPr lang="zh-TW" altLang="en-US" sz="1400" dirty="0">
                        <a:latin typeface="+mj-lt"/>
                        <a:ea typeface="+mn-ea"/>
                      </a:endParaRPr>
                    </a:p>
                  </a:txBody>
                  <a:tcPr/>
                </a:tc>
                <a:extLst>
                  <a:ext uri="{0D108BD9-81ED-4DB2-BD59-A6C34878D82A}">
                    <a16:rowId xmlns:a16="http://schemas.microsoft.com/office/drawing/2014/main" val="2930455800"/>
                  </a:ext>
                </a:extLst>
              </a:tr>
              <a:tr h="465201">
                <a:tc>
                  <a:txBody>
                    <a:bodyPr/>
                    <a:lstStyle/>
                    <a:p>
                      <a:pPr algn="ctr">
                        <a:lnSpc>
                          <a:spcPct val="150000"/>
                        </a:lnSpc>
                      </a:pPr>
                      <a:r>
                        <a:rPr lang="en-US" altLang="zh-TW" sz="1400" dirty="0">
                          <a:latin typeface="+mj-lt"/>
                          <a:ea typeface="+mn-ea"/>
                        </a:rPr>
                        <a:t>4</a:t>
                      </a:r>
                      <a:endParaRPr lang="zh-TW" altLang="en-US" sz="1400" dirty="0">
                        <a:latin typeface="+mj-lt"/>
                        <a:ea typeface="+mn-ea"/>
                      </a:endParaRPr>
                    </a:p>
                  </a:txBody>
                  <a:tcPr/>
                </a:tc>
                <a:tc>
                  <a:txBody>
                    <a:bodyPr/>
                    <a:lstStyle/>
                    <a:p>
                      <a:pPr>
                        <a:lnSpc>
                          <a:spcPct val="150000"/>
                        </a:lnSpc>
                      </a:pPr>
                      <a:r>
                        <a:rPr kumimoji="0" lang="zh-TW" altLang="zh-TW" sz="1400" b="0" i="0" u="none" strike="noStrike" cap="none" normalizeH="0" baseline="0" dirty="0">
                          <a:ln>
                            <a:noFill/>
                          </a:ln>
                          <a:solidFill>
                            <a:schemeClr val="tx1"/>
                          </a:solidFill>
                          <a:effectLst/>
                          <a:latin typeface="+mj-lt"/>
                          <a:ea typeface="+mn-ea"/>
                          <a:hlinkClick r:id="rId9"/>
                        </a:rPr>
                        <a:t>Napkin AI</a:t>
                      </a:r>
                      <a:endParaRPr lang="zh-TW" altLang="en-US" sz="1400" dirty="0">
                        <a:latin typeface="+mj-lt"/>
                        <a:ea typeface="+mn-ea"/>
                      </a:endParaRPr>
                    </a:p>
                  </a:txBody>
                  <a:tcPr/>
                </a:tc>
                <a:tc>
                  <a:txBody>
                    <a:bodyPr/>
                    <a:lstStyle/>
                    <a:p>
                      <a:pPr>
                        <a:lnSpc>
                          <a:spcPct val="150000"/>
                        </a:lnSpc>
                      </a:pPr>
                      <a:r>
                        <a:rPr lang="en-US" altLang="zh-TW" sz="1400" b="0" i="0" kern="1200" dirty="0">
                          <a:solidFill>
                            <a:schemeClr val="dk1"/>
                          </a:solidFill>
                          <a:effectLst/>
                          <a:latin typeface="+mj-lt"/>
                          <a:ea typeface="+mn-ea"/>
                          <a:cs typeface="+mn-cs"/>
                        </a:rPr>
                        <a:t>Convert text into visual diagrams</a:t>
                      </a:r>
                      <a:endParaRPr lang="zh-TW" altLang="en-US" sz="1400" dirty="0">
                        <a:latin typeface="+mj-lt"/>
                        <a:ea typeface="+mn-ea"/>
                      </a:endParaRPr>
                    </a:p>
                  </a:txBody>
                  <a:tcPr/>
                </a:tc>
                <a:extLst>
                  <a:ext uri="{0D108BD9-81ED-4DB2-BD59-A6C34878D82A}">
                    <a16:rowId xmlns:a16="http://schemas.microsoft.com/office/drawing/2014/main" val="3719210720"/>
                  </a:ext>
                </a:extLst>
              </a:tr>
              <a:tr h="452466">
                <a:tc>
                  <a:txBody>
                    <a:bodyPr/>
                    <a:lstStyle/>
                    <a:p>
                      <a:pPr algn="ctr">
                        <a:lnSpc>
                          <a:spcPct val="150000"/>
                        </a:lnSpc>
                      </a:pPr>
                      <a:r>
                        <a:rPr lang="en-US" altLang="zh-TW" sz="1400" dirty="0">
                          <a:latin typeface="+mj-lt"/>
                          <a:ea typeface="+mn-ea"/>
                        </a:rPr>
                        <a:t>5</a:t>
                      </a:r>
                      <a:endParaRPr lang="zh-TW" altLang="en-US" sz="1400" dirty="0">
                        <a:latin typeface="+mj-lt"/>
                        <a:ea typeface="+mn-ea"/>
                      </a:endParaRPr>
                    </a:p>
                  </a:txBody>
                  <a:tcPr/>
                </a:tc>
                <a:tc>
                  <a:txBody>
                    <a:bodyPr/>
                    <a:lstStyle/>
                    <a:p>
                      <a:pPr>
                        <a:lnSpc>
                          <a:spcPct val="150000"/>
                        </a:lnSpc>
                      </a:pPr>
                      <a:r>
                        <a:rPr kumimoji="0" lang="zh-TW" altLang="zh-TW" sz="1400" b="0" i="0" u="none" strike="noStrike" cap="none" normalizeH="0" baseline="0" dirty="0">
                          <a:ln>
                            <a:noFill/>
                          </a:ln>
                          <a:solidFill>
                            <a:schemeClr val="tx1"/>
                          </a:solidFill>
                          <a:effectLst/>
                          <a:latin typeface="+mj-lt"/>
                          <a:ea typeface="+mn-ea"/>
                          <a:hlinkClick r:id="rId10"/>
                        </a:rPr>
                        <a:t>Gamma</a:t>
                      </a:r>
                      <a:r>
                        <a:rPr kumimoji="0" lang="zh-TW" altLang="en-US" sz="1400" b="0" i="0" u="none" strike="noStrike" cap="none" normalizeH="0" baseline="0" dirty="0">
                          <a:ln>
                            <a:noFill/>
                          </a:ln>
                          <a:solidFill>
                            <a:schemeClr val="tx1"/>
                          </a:solidFill>
                          <a:effectLst/>
                          <a:latin typeface="+mj-lt"/>
                          <a:ea typeface="+mn-ea"/>
                        </a:rPr>
                        <a:t>、</a:t>
                      </a:r>
                      <a:r>
                        <a:rPr kumimoji="0" lang="en-US" altLang="zh-TW" sz="1400" b="0" i="0" u="none" strike="noStrike" cap="none" normalizeH="0" baseline="0" dirty="0">
                          <a:ln>
                            <a:noFill/>
                          </a:ln>
                          <a:solidFill>
                            <a:schemeClr val="tx1"/>
                          </a:solidFill>
                          <a:effectLst/>
                          <a:latin typeface="+mj-lt"/>
                          <a:ea typeface="+mn-ea"/>
                          <a:hlinkClick r:id="rId11"/>
                        </a:rPr>
                        <a:t>Kimi</a:t>
                      </a:r>
                      <a:r>
                        <a:rPr kumimoji="0" lang="zh-TW" altLang="en-US" sz="1400" b="0" i="0" u="none" strike="noStrike" cap="none" normalizeH="0" baseline="0" dirty="0">
                          <a:ln>
                            <a:noFill/>
                          </a:ln>
                          <a:solidFill>
                            <a:schemeClr val="tx1"/>
                          </a:solidFill>
                          <a:effectLst/>
                          <a:latin typeface="+mj-lt"/>
                          <a:ea typeface="+mn-ea"/>
                        </a:rPr>
                        <a:t>、</a:t>
                      </a:r>
                      <a:r>
                        <a:rPr kumimoji="0" lang="en-US" altLang="zh-TW" sz="1400" b="0" i="0" u="none" strike="noStrike" cap="none" normalizeH="0" baseline="0" dirty="0">
                          <a:ln>
                            <a:noFill/>
                          </a:ln>
                          <a:solidFill>
                            <a:schemeClr val="tx1"/>
                          </a:solidFill>
                          <a:effectLst/>
                          <a:latin typeface="+mj-lt"/>
                          <a:ea typeface="+mn-ea"/>
                          <a:hlinkClick r:id="rId12"/>
                        </a:rPr>
                        <a:t>Felo</a:t>
                      </a:r>
                      <a:endParaRPr lang="zh-TW" altLang="en-US" sz="1400" dirty="0">
                        <a:latin typeface="+mj-lt"/>
                        <a:ea typeface="+mn-ea"/>
                      </a:endParaRPr>
                    </a:p>
                  </a:txBody>
                  <a:tcPr/>
                </a:tc>
                <a:tc>
                  <a:txBody>
                    <a:bodyPr/>
                    <a:lstStyle/>
                    <a:p>
                      <a:pPr>
                        <a:lnSpc>
                          <a:spcPct val="150000"/>
                        </a:lnSpc>
                      </a:pPr>
                      <a:r>
                        <a:rPr lang="en-US" altLang="zh-TW" sz="1400" dirty="0">
                          <a:latin typeface="+mj-lt"/>
                          <a:ea typeface="+mn-ea"/>
                        </a:rPr>
                        <a:t>Briefings automatically generated</a:t>
                      </a:r>
                      <a:endParaRPr lang="zh-TW" altLang="en-US" sz="1400" dirty="0">
                        <a:latin typeface="+mj-lt"/>
                        <a:ea typeface="+mn-ea"/>
                      </a:endParaRPr>
                    </a:p>
                  </a:txBody>
                  <a:tcPr/>
                </a:tc>
                <a:extLst>
                  <a:ext uri="{0D108BD9-81ED-4DB2-BD59-A6C34878D82A}">
                    <a16:rowId xmlns:a16="http://schemas.microsoft.com/office/drawing/2014/main" val="2601394837"/>
                  </a:ext>
                </a:extLst>
              </a:tr>
            </a:tbl>
          </a:graphicData>
        </a:graphic>
      </p:graphicFrame>
    </p:spTree>
    <p:extLst>
      <p:ext uri="{BB962C8B-B14F-4D97-AF65-F5344CB8AC3E}">
        <p14:creationId xmlns:p14="http://schemas.microsoft.com/office/powerpoint/2010/main" val="2215113349"/>
      </p:ext>
    </p:extLst>
  </p:cSld>
  <p:clrMapOvr>
    <a:masterClrMapping/>
  </p:clrMapOvr>
</p:sld>
</file>

<file path=ppt/theme/theme1.xml><?xml version="1.0" encoding="utf-8"?>
<a:theme xmlns:a="http://schemas.openxmlformats.org/drawingml/2006/main" name="CICI template">
  <a:themeElements>
    <a:clrScheme name="自訂 3">
      <a:dk1>
        <a:srgbClr val="202224"/>
      </a:dk1>
      <a:lt1>
        <a:sysClr val="window" lastClr="FFFFFF"/>
      </a:lt1>
      <a:dk2>
        <a:srgbClr val="414448"/>
      </a:dk2>
      <a:lt2>
        <a:srgbClr val="F8F8F8"/>
      </a:lt2>
      <a:accent1>
        <a:srgbClr val="F58F17"/>
      </a:accent1>
      <a:accent2>
        <a:srgbClr val="FFDD00"/>
      </a:accent2>
      <a:accent3>
        <a:srgbClr val="E55A25"/>
      </a:accent3>
      <a:accent4>
        <a:srgbClr val="D5DF30"/>
      </a:accent4>
      <a:accent5>
        <a:srgbClr val="1B9F84"/>
      </a:accent5>
      <a:accent6>
        <a:srgbClr val="6E4233"/>
      </a:accent6>
      <a:hlink>
        <a:srgbClr val="0A5BC3"/>
      </a:hlink>
      <a:folHlink>
        <a:srgbClr val="601DA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TCI_PPT-Template" id="{D737F933-4CE4-4BFD-8AFF-C2DE44DF1FF1}" vid="{873E4518-2A1A-456E-8196-F036EA5B895F}"/>
    </a:ext>
  </a:extLst>
</a:theme>
</file>

<file path=ppt/theme/theme2.xml><?xml version="1.0" encoding="utf-8"?>
<a:theme xmlns:a="http://schemas.openxmlformats.org/drawingml/2006/main" name="8_CTCI_PPT-Template">
  <a:themeElements>
    <a:clrScheme name="Custom 3">
      <a:dk1>
        <a:srgbClr val="212121"/>
      </a:dk1>
      <a:lt1>
        <a:sysClr val="window" lastClr="FFFFFF"/>
      </a:lt1>
      <a:dk2>
        <a:srgbClr val="414448"/>
      </a:dk2>
      <a:lt2>
        <a:srgbClr val="F8F8F8"/>
      </a:lt2>
      <a:accent1>
        <a:srgbClr val="F58F17"/>
      </a:accent1>
      <a:accent2>
        <a:srgbClr val="FFDD00"/>
      </a:accent2>
      <a:accent3>
        <a:srgbClr val="E55A25"/>
      </a:accent3>
      <a:accent4>
        <a:srgbClr val="D5DF30"/>
      </a:accent4>
      <a:accent5>
        <a:srgbClr val="1B9F84"/>
      </a:accent5>
      <a:accent6>
        <a:srgbClr val="6E4233"/>
      </a:accent6>
      <a:hlink>
        <a:srgbClr val="0A5BC3"/>
      </a:hlink>
      <a:folHlink>
        <a:srgbClr val="601DAF"/>
      </a:folHlink>
    </a:clrScheme>
    <a:fontScheme name="Office 古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TCI_PPT-Template" id="{D737F933-4CE4-4BFD-8AFF-C2DE44DF1FF1}" vid="{873E4518-2A1A-456E-8196-F036EA5B895F}"/>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194</TotalTime>
  <Words>585</Words>
  <Application>Microsoft Office PowerPoint</Application>
  <PresentationFormat>寬螢幕</PresentationFormat>
  <Paragraphs>68</Paragraphs>
  <Slides>2</Slides>
  <Notes>2</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2</vt:i4>
      </vt:variant>
    </vt:vector>
  </HeadingPairs>
  <TitlesOfParts>
    <vt:vector size="8" baseType="lpstr">
      <vt:lpstr>微軟正黑體</vt:lpstr>
      <vt:lpstr>Aptos</vt:lpstr>
      <vt:lpstr>Arial</vt:lpstr>
      <vt:lpstr>Calibri</vt:lpstr>
      <vt:lpstr>CICI template</vt:lpstr>
      <vt:lpstr>8_CTCI_PPT-Template</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chuanyen wu/吳權晏/ASI-ADD</dc:creator>
  <cp:lastModifiedBy>chen-yu Tsai/蔡承佑/ASI-ADD</cp:lastModifiedBy>
  <cp:revision>14</cp:revision>
  <dcterms:created xsi:type="dcterms:W3CDTF">2025-07-30T03:29:26Z</dcterms:created>
  <dcterms:modified xsi:type="dcterms:W3CDTF">2025-08-27T08:23:36Z</dcterms:modified>
</cp:coreProperties>
</file>